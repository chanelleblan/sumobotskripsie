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0"/>
  </p:notesMasterIdLst>
  <p:sldIdLst>
    <p:sldId id="396" r:id="rId5"/>
    <p:sldId id="333" r:id="rId6"/>
    <p:sldId id="258" r:id="rId7"/>
    <p:sldId id="260" r:id="rId8"/>
    <p:sldId id="405" r:id="rId9"/>
    <p:sldId id="406" r:id="rId10"/>
    <p:sldId id="407" r:id="rId11"/>
    <p:sldId id="398" r:id="rId12"/>
    <p:sldId id="401" r:id="rId13"/>
    <p:sldId id="400" r:id="rId14"/>
    <p:sldId id="408" r:id="rId15"/>
    <p:sldId id="403" r:id="rId16"/>
    <p:sldId id="402" r:id="rId17"/>
    <p:sldId id="409" r:id="rId18"/>
    <p:sldId id="411" r:id="rId19"/>
    <p:sldId id="377" r:id="rId20"/>
    <p:sldId id="414" r:id="rId21"/>
    <p:sldId id="268" r:id="rId22"/>
    <p:sldId id="365" r:id="rId23"/>
    <p:sldId id="376" r:id="rId24"/>
    <p:sldId id="410" r:id="rId25"/>
    <p:sldId id="413" r:id="rId26"/>
    <p:sldId id="415" r:id="rId27"/>
    <p:sldId id="275" r:id="rId28"/>
    <p:sldId id="34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DFB"/>
    <a:srgbClr val="4D5356"/>
    <a:srgbClr val="000000"/>
    <a:srgbClr val="461B2B"/>
    <a:srgbClr val="FFFFFF"/>
    <a:srgbClr val="E2D6C0"/>
    <a:srgbClr val="8B2346"/>
    <a:srgbClr val="B79962"/>
    <a:srgbClr val="461A2B"/>
    <a:srgbClr val="F1E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6"/>
    <p:restoredTop sz="88498"/>
  </p:normalViewPr>
  <p:slideViewPr>
    <p:cSldViewPr snapToGrid="0" snapToObjects="1" showGuides="1">
      <p:cViewPr varScale="1">
        <p:scale>
          <a:sx n="98" d="100"/>
          <a:sy n="98" d="100"/>
        </p:scale>
        <p:origin x="1002" y="72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CE2DA-7DBB-4D97-B7F6-35FF3470E5CE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DCAD5018-F351-47B4-94A3-BE3E3F1F3572}">
      <dgm:prSet phldrT="[Text]" phldr="0"/>
      <dgm:spPr/>
      <dgm:t>
        <a:bodyPr/>
        <a:lstStyle/>
        <a:p>
          <a:r>
            <a:rPr lang="en-ZA" dirty="0"/>
            <a:t>Electrical Design</a:t>
          </a:r>
        </a:p>
      </dgm:t>
    </dgm:pt>
    <dgm:pt modelId="{0E0C49DE-ADB4-49BA-99C4-430648DC43D0}" type="parTrans" cxnId="{AF62B5F7-ECDC-4C19-B9BB-94695463CB65}">
      <dgm:prSet/>
      <dgm:spPr/>
      <dgm:t>
        <a:bodyPr/>
        <a:lstStyle/>
        <a:p>
          <a:endParaRPr lang="en-ZA"/>
        </a:p>
      </dgm:t>
    </dgm:pt>
    <dgm:pt modelId="{63CF8602-3D12-4EAC-BB8E-4643202F279E}" type="sibTrans" cxnId="{AF62B5F7-ECDC-4C19-B9BB-94695463CB65}">
      <dgm:prSet/>
      <dgm:spPr/>
      <dgm:t>
        <a:bodyPr/>
        <a:lstStyle/>
        <a:p>
          <a:endParaRPr lang="en-ZA"/>
        </a:p>
      </dgm:t>
    </dgm:pt>
    <dgm:pt modelId="{16F5A147-3B0B-4081-B3DD-1AF3B9CA01D3}">
      <dgm:prSet phldrT="[Text]" phldr="0"/>
      <dgm:spPr/>
      <dgm:t>
        <a:bodyPr/>
        <a:lstStyle/>
        <a:p>
          <a:r>
            <a:rPr lang="en-ZA" dirty="0"/>
            <a:t>Opponent detection sensors</a:t>
          </a:r>
        </a:p>
      </dgm:t>
    </dgm:pt>
    <dgm:pt modelId="{0C3E9332-BF9F-4E48-8BCC-6911BE7738E0}" type="parTrans" cxnId="{35BEB3CA-77AA-49FE-A276-EEFA4EF7F884}">
      <dgm:prSet/>
      <dgm:spPr/>
      <dgm:t>
        <a:bodyPr/>
        <a:lstStyle/>
        <a:p>
          <a:endParaRPr lang="en-ZA"/>
        </a:p>
      </dgm:t>
    </dgm:pt>
    <dgm:pt modelId="{99331373-DA01-4EBA-B217-8F53027317F9}" type="sibTrans" cxnId="{35BEB3CA-77AA-49FE-A276-EEFA4EF7F884}">
      <dgm:prSet/>
      <dgm:spPr/>
      <dgm:t>
        <a:bodyPr/>
        <a:lstStyle/>
        <a:p>
          <a:endParaRPr lang="en-ZA"/>
        </a:p>
      </dgm:t>
    </dgm:pt>
    <dgm:pt modelId="{A761C96B-51FB-481A-BFEA-DA4DBE4C8770}">
      <dgm:prSet phldrT="[Text]" phldr="0"/>
      <dgm:spPr/>
      <dgm:t>
        <a:bodyPr/>
        <a:lstStyle/>
        <a:p>
          <a:r>
            <a:rPr lang="en-ZA" dirty="0"/>
            <a:t>Dohyo edge-detection sensors</a:t>
          </a:r>
        </a:p>
      </dgm:t>
    </dgm:pt>
    <dgm:pt modelId="{43FF4666-A23E-4A20-A366-46DCE52C3AAD}" type="parTrans" cxnId="{9F997D6B-D573-4941-8228-142C88B26523}">
      <dgm:prSet/>
      <dgm:spPr/>
      <dgm:t>
        <a:bodyPr/>
        <a:lstStyle/>
        <a:p>
          <a:endParaRPr lang="en-ZA"/>
        </a:p>
      </dgm:t>
    </dgm:pt>
    <dgm:pt modelId="{266F814E-D31D-4F1B-94D2-94BC796B9FAB}" type="sibTrans" cxnId="{9F997D6B-D573-4941-8228-142C88B26523}">
      <dgm:prSet/>
      <dgm:spPr/>
      <dgm:t>
        <a:bodyPr/>
        <a:lstStyle/>
        <a:p>
          <a:endParaRPr lang="en-ZA"/>
        </a:p>
      </dgm:t>
    </dgm:pt>
    <dgm:pt modelId="{241843AB-03AB-4FC6-9596-ADC517945BD0}">
      <dgm:prSet phldrT="[Text]" phldr="0"/>
      <dgm:spPr/>
      <dgm:t>
        <a:bodyPr/>
        <a:lstStyle/>
        <a:p>
          <a:r>
            <a:rPr lang="en-ZA" dirty="0"/>
            <a:t>Motor driver</a:t>
          </a:r>
        </a:p>
      </dgm:t>
    </dgm:pt>
    <dgm:pt modelId="{6F17F8FC-BEF3-4228-BD49-7CFB00DC4A86}" type="parTrans" cxnId="{ACE002B8-4B15-46DE-81CF-03FFDFDB461A}">
      <dgm:prSet/>
      <dgm:spPr/>
      <dgm:t>
        <a:bodyPr/>
        <a:lstStyle/>
        <a:p>
          <a:endParaRPr lang="en-ZA"/>
        </a:p>
      </dgm:t>
    </dgm:pt>
    <dgm:pt modelId="{E741CB90-3C52-43A9-893D-07220CE803FA}" type="sibTrans" cxnId="{ACE002B8-4B15-46DE-81CF-03FFDFDB461A}">
      <dgm:prSet/>
      <dgm:spPr/>
      <dgm:t>
        <a:bodyPr/>
        <a:lstStyle/>
        <a:p>
          <a:endParaRPr lang="en-ZA"/>
        </a:p>
      </dgm:t>
    </dgm:pt>
    <dgm:pt modelId="{75C2455E-C6F2-4A84-B5F4-75496BA4DDBF}">
      <dgm:prSet phldrT="[Text]" phldr="0"/>
      <dgm:spPr/>
      <dgm:t>
        <a:bodyPr/>
        <a:lstStyle/>
        <a:p>
          <a:r>
            <a:rPr lang="en-ZA" dirty="0"/>
            <a:t>Controller</a:t>
          </a:r>
        </a:p>
      </dgm:t>
    </dgm:pt>
    <dgm:pt modelId="{C121FD4A-6079-4518-A3F7-139B91033937}" type="parTrans" cxnId="{9AA6633D-44FC-4B33-87DB-3847841D63C3}">
      <dgm:prSet/>
      <dgm:spPr/>
      <dgm:t>
        <a:bodyPr/>
        <a:lstStyle/>
        <a:p>
          <a:endParaRPr lang="en-ZA"/>
        </a:p>
      </dgm:t>
    </dgm:pt>
    <dgm:pt modelId="{65BB18C0-51C4-45D7-9F49-DF476BD359CB}" type="sibTrans" cxnId="{9AA6633D-44FC-4B33-87DB-3847841D63C3}">
      <dgm:prSet/>
      <dgm:spPr/>
      <dgm:t>
        <a:bodyPr/>
        <a:lstStyle/>
        <a:p>
          <a:endParaRPr lang="en-ZA"/>
        </a:p>
      </dgm:t>
    </dgm:pt>
    <dgm:pt modelId="{B696810E-CF56-49E9-99A5-EC39AF9A3862}">
      <dgm:prSet phldrT="[Text]" phldr="0"/>
      <dgm:spPr/>
      <dgm:t>
        <a:bodyPr/>
        <a:lstStyle/>
        <a:p>
          <a:r>
            <a:rPr lang="en-ZA" dirty="0"/>
            <a:t>Power supply </a:t>
          </a:r>
        </a:p>
      </dgm:t>
    </dgm:pt>
    <dgm:pt modelId="{28465106-E9AD-46BC-905C-CBD6E0137118}" type="parTrans" cxnId="{B0E75610-62E3-474C-9F09-3D258C6E7E39}">
      <dgm:prSet/>
      <dgm:spPr/>
      <dgm:t>
        <a:bodyPr/>
        <a:lstStyle/>
        <a:p>
          <a:endParaRPr lang="en-ZA"/>
        </a:p>
      </dgm:t>
    </dgm:pt>
    <dgm:pt modelId="{DA0278DC-9ACE-4436-83BA-777A42F18563}" type="sibTrans" cxnId="{B0E75610-62E3-474C-9F09-3D258C6E7E39}">
      <dgm:prSet/>
      <dgm:spPr/>
      <dgm:t>
        <a:bodyPr/>
        <a:lstStyle/>
        <a:p>
          <a:endParaRPr lang="en-ZA"/>
        </a:p>
      </dgm:t>
    </dgm:pt>
    <dgm:pt modelId="{179EAD97-85EA-4478-8468-220AF0D03C83}">
      <dgm:prSet phldrT="[Text]" phldr="0"/>
      <dgm:spPr/>
      <dgm:t>
        <a:bodyPr/>
        <a:lstStyle/>
        <a:p>
          <a:r>
            <a:rPr lang="en-ZA" dirty="0"/>
            <a:t>Feedback</a:t>
          </a:r>
        </a:p>
      </dgm:t>
    </dgm:pt>
    <dgm:pt modelId="{DD846D34-D16E-4ADB-99CE-7F302BBF20DE}" type="parTrans" cxnId="{9F670273-F256-4AF8-ABEE-D5C6C821645E}">
      <dgm:prSet/>
      <dgm:spPr/>
      <dgm:t>
        <a:bodyPr/>
        <a:lstStyle/>
        <a:p>
          <a:endParaRPr lang="en-ZA"/>
        </a:p>
      </dgm:t>
    </dgm:pt>
    <dgm:pt modelId="{70CE3B04-683A-45DF-8AD9-424156598722}" type="sibTrans" cxnId="{9F670273-F256-4AF8-ABEE-D5C6C821645E}">
      <dgm:prSet/>
      <dgm:spPr/>
      <dgm:t>
        <a:bodyPr/>
        <a:lstStyle/>
        <a:p>
          <a:endParaRPr lang="en-ZA"/>
        </a:p>
      </dgm:t>
    </dgm:pt>
    <dgm:pt modelId="{A03B3271-529A-4EAD-83FC-4037B6DA1CF2}" type="pres">
      <dgm:prSet presAssocID="{D09CE2DA-7DBB-4D97-B7F6-35FF3470E5C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20784A3-742A-407D-8FB7-5EE2D5A5CD44}" type="pres">
      <dgm:prSet presAssocID="{DCAD5018-F351-47B4-94A3-BE3E3F1F3572}" presName="hierRoot1" presStyleCnt="0">
        <dgm:presLayoutVars>
          <dgm:hierBranch val="init"/>
        </dgm:presLayoutVars>
      </dgm:prSet>
      <dgm:spPr/>
    </dgm:pt>
    <dgm:pt modelId="{91BA8709-4D2F-4025-9D12-3335EEF67136}" type="pres">
      <dgm:prSet presAssocID="{DCAD5018-F351-47B4-94A3-BE3E3F1F3572}" presName="rootComposite1" presStyleCnt="0"/>
      <dgm:spPr/>
    </dgm:pt>
    <dgm:pt modelId="{7C9B59E7-F5BA-41F3-A731-7A583A93C1F3}" type="pres">
      <dgm:prSet presAssocID="{DCAD5018-F351-47B4-94A3-BE3E3F1F3572}" presName="rootText1" presStyleLbl="node0" presStyleIdx="0" presStyleCnt="1" custScaleX="122077">
        <dgm:presLayoutVars>
          <dgm:chPref val="3"/>
        </dgm:presLayoutVars>
      </dgm:prSet>
      <dgm:spPr/>
    </dgm:pt>
    <dgm:pt modelId="{75DA7037-12D2-4A7A-B827-D6D87069DBC7}" type="pres">
      <dgm:prSet presAssocID="{DCAD5018-F351-47B4-94A3-BE3E3F1F3572}" presName="rootConnector1" presStyleLbl="node1" presStyleIdx="0" presStyleCnt="0"/>
      <dgm:spPr/>
    </dgm:pt>
    <dgm:pt modelId="{8A761CEF-CF3C-455B-AF04-941F321723AF}" type="pres">
      <dgm:prSet presAssocID="{DCAD5018-F351-47B4-94A3-BE3E3F1F3572}" presName="hierChild2" presStyleCnt="0"/>
      <dgm:spPr/>
    </dgm:pt>
    <dgm:pt modelId="{B794D3D1-618A-4E47-A5D0-E61A130B1F67}" type="pres">
      <dgm:prSet presAssocID="{0C3E9332-BF9F-4E48-8BCC-6911BE7738E0}" presName="Name37" presStyleLbl="parChTrans1D2" presStyleIdx="0" presStyleCnt="6"/>
      <dgm:spPr/>
    </dgm:pt>
    <dgm:pt modelId="{339D082D-9DE0-4D1D-8EC4-16C7D029BC6D}" type="pres">
      <dgm:prSet presAssocID="{16F5A147-3B0B-4081-B3DD-1AF3B9CA01D3}" presName="hierRoot2" presStyleCnt="0">
        <dgm:presLayoutVars>
          <dgm:hierBranch val="init"/>
        </dgm:presLayoutVars>
      </dgm:prSet>
      <dgm:spPr/>
    </dgm:pt>
    <dgm:pt modelId="{36983EE2-E102-41EF-9DCF-C5EDC2CA0012}" type="pres">
      <dgm:prSet presAssocID="{16F5A147-3B0B-4081-B3DD-1AF3B9CA01D3}" presName="rootComposite" presStyleCnt="0"/>
      <dgm:spPr/>
    </dgm:pt>
    <dgm:pt modelId="{7DC44A90-C3BA-4207-BF85-67CED3CCD11D}" type="pres">
      <dgm:prSet presAssocID="{16F5A147-3B0B-4081-B3DD-1AF3B9CA01D3}" presName="rootText" presStyleLbl="node2" presStyleIdx="0" presStyleCnt="6">
        <dgm:presLayoutVars>
          <dgm:chPref val="3"/>
        </dgm:presLayoutVars>
      </dgm:prSet>
      <dgm:spPr/>
    </dgm:pt>
    <dgm:pt modelId="{58F3ED38-40A3-4119-9A8F-0EAF988D5A7A}" type="pres">
      <dgm:prSet presAssocID="{16F5A147-3B0B-4081-B3DD-1AF3B9CA01D3}" presName="rootConnector" presStyleLbl="node2" presStyleIdx="0" presStyleCnt="6"/>
      <dgm:spPr/>
    </dgm:pt>
    <dgm:pt modelId="{BFF42769-EA64-46D4-A692-08C6212635B6}" type="pres">
      <dgm:prSet presAssocID="{16F5A147-3B0B-4081-B3DD-1AF3B9CA01D3}" presName="hierChild4" presStyleCnt="0"/>
      <dgm:spPr/>
    </dgm:pt>
    <dgm:pt modelId="{7753E17F-0144-4158-A42F-BB0140C90CFE}" type="pres">
      <dgm:prSet presAssocID="{16F5A147-3B0B-4081-B3DD-1AF3B9CA01D3}" presName="hierChild5" presStyleCnt="0"/>
      <dgm:spPr/>
    </dgm:pt>
    <dgm:pt modelId="{C8AD4012-46CC-4688-80E5-5D2CB8083808}" type="pres">
      <dgm:prSet presAssocID="{43FF4666-A23E-4A20-A366-46DCE52C3AAD}" presName="Name37" presStyleLbl="parChTrans1D2" presStyleIdx="1" presStyleCnt="6"/>
      <dgm:spPr/>
    </dgm:pt>
    <dgm:pt modelId="{52F2A943-D6E7-4906-8BF1-5D91A3100885}" type="pres">
      <dgm:prSet presAssocID="{A761C96B-51FB-481A-BFEA-DA4DBE4C8770}" presName="hierRoot2" presStyleCnt="0">
        <dgm:presLayoutVars>
          <dgm:hierBranch val="init"/>
        </dgm:presLayoutVars>
      </dgm:prSet>
      <dgm:spPr/>
    </dgm:pt>
    <dgm:pt modelId="{6F21FA3B-9D8C-43C3-821C-B6372D02B7D1}" type="pres">
      <dgm:prSet presAssocID="{A761C96B-51FB-481A-BFEA-DA4DBE4C8770}" presName="rootComposite" presStyleCnt="0"/>
      <dgm:spPr/>
    </dgm:pt>
    <dgm:pt modelId="{F52A9686-3EC1-429A-A29E-7EB668A6C720}" type="pres">
      <dgm:prSet presAssocID="{A761C96B-51FB-481A-BFEA-DA4DBE4C8770}" presName="rootText" presStyleLbl="node2" presStyleIdx="1" presStyleCnt="6">
        <dgm:presLayoutVars>
          <dgm:chPref val="3"/>
        </dgm:presLayoutVars>
      </dgm:prSet>
      <dgm:spPr/>
    </dgm:pt>
    <dgm:pt modelId="{0B0B7904-A364-4523-B9AB-9E10BF0CF93B}" type="pres">
      <dgm:prSet presAssocID="{A761C96B-51FB-481A-BFEA-DA4DBE4C8770}" presName="rootConnector" presStyleLbl="node2" presStyleIdx="1" presStyleCnt="6"/>
      <dgm:spPr/>
    </dgm:pt>
    <dgm:pt modelId="{7388662E-184F-48F3-B2C1-E573099ACE52}" type="pres">
      <dgm:prSet presAssocID="{A761C96B-51FB-481A-BFEA-DA4DBE4C8770}" presName="hierChild4" presStyleCnt="0"/>
      <dgm:spPr/>
    </dgm:pt>
    <dgm:pt modelId="{7AAE1CE1-0B40-4B79-8EEC-C9D4E9DD62BA}" type="pres">
      <dgm:prSet presAssocID="{A761C96B-51FB-481A-BFEA-DA4DBE4C8770}" presName="hierChild5" presStyleCnt="0"/>
      <dgm:spPr/>
    </dgm:pt>
    <dgm:pt modelId="{444A22DB-7534-44C1-A464-0E2C9344F19F}" type="pres">
      <dgm:prSet presAssocID="{6F17F8FC-BEF3-4228-BD49-7CFB00DC4A86}" presName="Name37" presStyleLbl="parChTrans1D2" presStyleIdx="2" presStyleCnt="6"/>
      <dgm:spPr/>
    </dgm:pt>
    <dgm:pt modelId="{AB166F42-AA37-4E2F-B4A6-586F15BF02CC}" type="pres">
      <dgm:prSet presAssocID="{241843AB-03AB-4FC6-9596-ADC517945BD0}" presName="hierRoot2" presStyleCnt="0">
        <dgm:presLayoutVars>
          <dgm:hierBranch val="init"/>
        </dgm:presLayoutVars>
      </dgm:prSet>
      <dgm:spPr/>
    </dgm:pt>
    <dgm:pt modelId="{476DE242-1CE2-424D-A691-4DF4656767A0}" type="pres">
      <dgm:prSet presAssocID="{241843AB-03AB-4FC6-9596-ADC517945BD0}" presName="rootComposite" presStyleCnt="0"/>
      <dgm:spPr/>
    </dgm:pt>
    <dgm:pt modelId="{CF9EB66F-FCD8-4006-A801-C8B5A6C1B93A}" type="pres">
      <dgm:prSet presAssocID="{241843AB-03AB-4FC6-9596-ADC517945BD0}" presName="rootText" presStyleLbl="node2" presStyleIdx="2" presStyleCnt="6" custLinFactNeighborX="409">
        <dgm:presLayoutVars>
          <dgm:chPref val="3"/>
        </dgm:presLayoutVars>
      </dgm:prSet>
      <dgm:spPr/>
    </dgm:pt>
    <dgm:pt modelId="{611F0730-8B31-430A-B245-DA35E51326BC}" type="pres">
      <dgm:prSet presAssocID="{241843AB-03AB-4FC6-9596-ADC517945BD0}" presName="rootConnector" presStyleLbl="node2" presStyleIdx="2" presStyleCnt="6"/>
      <dgm:spPr/>
    </dgm:pt>
    <dgm:pt modelId="{AB8B7E6E-1B35-41FF-91A0-121FE9F82226}" type="pres">
      <dgm:prSet presAssocID="{241843AB-03AB-4FC6-9596-ADC517945BD0}" presName="hierChild4" presStyleCnt="0"/>
      <dgm:spPr/>
    </dgm:pt>
    <dgm:pt modelId="{4F81A69F-9E54-4115-95C6-FF88C96C25D5}" type="pres">
      <dgm:prSet presAssocID="{241843AB-03AB-4FC6-9596-ADC517945BD0}" presName="hierChild5" presStyleCnt="0"/>
      <dgm:spPr/>
    </dgm:pt>
    <dgm:pt modelId="{04E6BFB6-2B28-4BF9-82A0-21B8523974DD}" type="pres">
      <dgm:prSet presAssocID="{C121FD4A-6079-4518-A3F7-139B91033937}" presName="Name37" presStyleLbl="parChTrans1D2" presStyleIdx="3" presStyleCnt="6"/>
      <dgm:spPr/>
    </dgm:pt>
    <dgm:pt modelId="{B6BC251A-3394-4A57-8FAC-28604D773DA1}" type="pres">
      <dgm:prSet presAssocID="{75C2455E-C6F2-4A84-B5F4-75496BA4DDBF}" presName="hierRoot2" presStyleCnt="0">
        <dgm:presLayoutVars>
          <dgm:hierBranch val="init"/>
        </dgm:presLayoutVars>
      </dgm:prSet>
      <dgm:spPr/>
    </dgm:pt>
    <dgm:pt modelId="{AFBEDC7B-77EA-4699-815E-5D9829B54470}" type="pres">
      <dgm:prSet presAssocID="{75C2455E-C6F2-4A84-B5F4-75496BA4DDBF}" presName="rootComposite" presStyleCnt="0"/>
      <dgm:spPr/>
    </dgm:pt>
    <dgm:pt modelId="{F10DB858-D7E5-4190-B06B-BCCBDA214023}" type="pres">
      <dgm:prSet presAssocID="{75C2455E-C6F2-4A84-B5F4-75496BA4DDBF}" presName="rootText" presStyleLbl="node2" presStyleIdx="3" presStyleCnt="6">
        <dgm:presLayoutVars>
          <dgm:chPref val="3"/>
        </dgm:presLayoutVars>
      </dgm:prSet>
      <dgm:spPr/>
    </dgm:pt>
    <dgm:pt modelId="{67930E56-2B75-4F69-83B7-74509CB2ABDB}" type="pres">
      <dgm:prSet presAssocID="{75C2455E-C6F2-4A84-B5F4-75496BA4DDBF}" presName="rootConnector" presStyleLbl="node2" presStyleIdx="3" presStyleCnt="6"/>
      <dgm:spPr/>
    </dgm:pt>
    <dgm:pt modelId="{92DF23A8-FDA9-4FE0-819D-E3CED06F1C10}" type="pres">
      <dgm:prSet presAssocID="{75C2455E-C6F2-4A84-B5F4-75496BA4DDBF}" presName="hierChild4" presStyleCnt="0"/>
      <dgm:spPr/>
    </dgm:pt>
    <dgm:pt modelId="{EA56D24D-5F4C-4D7D-B8E7-55CE8030B0C0}" type="pres">
      <dgm:prSet presAssocID="{75C2455E-C6F2-4A84-B5F4-75496BA4DDBF}" presName="hierChild5" presStyleCnt="0"/>
      <dgm:spPr/>
    </dgm:pt>
    <dgm:pt modelId="{DDED44FA-AA26-4863-9F7A-652CD293B9E1}" type="pres">
      <dgm:prSet presAssocID="{28465106-E9AD-46BC-905C-CBD6E0137118}" presName="Name37" presStyleLbl="parChTrans1D2" presStyleIdx="4" presStyleCnt="6"/>
      <dgm:spPr/>
    </dgm:pt>
    <dgm:pt modelId="{393CF0DF-0022-4E22-9F86-EB0742BEFA3E}" type="pres">
      <dgm:prSet presAssocID="{B696810E-CF56-49E9-99A5-EC39AF9A3862}" presName="hierRoot2" presStyleCnt="0">
        <dgm:presLayoutVars>
          <dgm:hierBranch val="init"/>
        </dgm:presLayoutVars>
      </dgm:prSet>
      <dgm:spPr/>
    </dgm:pt>
    <dgm:pt modelId="{2CA9A14C-DF8F-40E1-AC88-58944B660555}" type="pres">
      <dgm:prSet presAssocID="{B696810E-CF56-49E9-99A5-EC39AF9A3862}" presName="rootComposite" presStyleCnt="0"/>
      <dgm:spPr/>
    </dgm:pt>
    <dgm:pt modelId="{658DBFD8-FBCF-48F1-A1BC-2588ED4CB8DB}" type="pres">
      <dgm:prSet presAssocID="{B696810E-CF56-49E9-99A5-EC39AF9A3862}" presName="rootText" presStyleLbl="node2" presStyleIdx="4" presStyleCnt="6">
        <dgm:presLayoutVars>
          <dgm:chPref val="3"/>
        </dgm:presLayoutVars>
      </dgm:prSet>
      <dgm:spPr/>
    </dgm:pt>
    <dgm:pt modelId="{139FC445-1844-4975-B858-A4FDA8B490B5}" type="pres">
      <dgm:prSet presAssocID="{B696810E-CF56-49E9-99A5-EC39AF9A3862}" presName="rootConnector" presStyleLbl="node2" presStyleIdx="4" presStyleCnt="6"/>
      <dgm:spPr/>
    </dgm:pt>
    <dgm:pt modelId="{E41F7E46-E3E7-413D-8F5F-DD4B6030067A}" type="pres">
      <dgm:prSet presAssocID="{B696810E-CF56-49E9-99A5-EC39AF9A3862}" presName="hierChild4" presStyleCnt="0"/>
      <dgm:spPr/>
    </dgm:pt>
    <dgm:pt modelId="{364A2BE2-B54F-409E-89B5-B4117AF11375}" type="pres">
      <dgm:prSet presAssocID="{B696810E-CF56-49E9-99A5-EC39AF9A3862}" presName="hierChild5" presStyleCnt="0"/>
      <dgm:spPr/>
    </dgm:pt>
    <dgm:pt modelId="{0FD2073B-0C35-46BA-9111-14AF50FBAAD8}" type="pres">
      <dgm:prSet presAssocID="{DD846D34-D16E-4ADB-99CE-7F302BBF20DE}" presName="Name37" presStyleLbl="parChTrans1D2" presStyleIdx="5" presStyleCnt="6"/>
      <dgm:spPr/>
    </dgm:pt>
    <dgm:pt modelId="{B73FF484-BC9E-4201-9D7E-0A30AF60330C}" type="pres">
      <dgm:prSet presAssocID="{179EAD97-85EA-4478-8468-220AF0D03C83}" presName="hierRoot2" presStyleCnt="0">
        <dgm:presLayoutVars>
          <dgm:hierBranch val="init"/>
        </dgm:presLayoutVars>
      </dgm:prSet>
      <dgm:spPr/>
    </dgm:pt>
    <dgm:pt modelId="{2A3B13FC-90D6-454A-88DB-8F7923A293DC}" type="pres">
      <dgm:prSet presAssocID="{179EAD97-85EA-4478-8468-220AF0D03C83}" presName="rootComposite" presStyleCnt="0"/>
      <dgm:spPr/>
    </dgm:pt>
    <dgm:pt modelId="{1B2070B4-2CC3-44A6-AD2C-5A1CC6241F31}" type="pres">
      <dgm:prSet presAssocID="{179EAD97-85EA-4478-8468-220AF0D03C83}" presName="rootText" presStyleLbl="node2" presStyleIdx="5" presStyleCnt="6">
        <dgm:presLayoutVars>
          <dgm:chPref val="3"/>
        </dgm:presLayoutVars>
      </dgm:prSet>
      <dgm:spPr/>
    </dgm:pt>
    <dgm:pt modelId="{6CF3E13E-F1A0-4462-A7D6-B575049B4992}" type="pres">
      <dgm:prSet presAssocID="{179EAD97-85EA-4478-8468-220AF0D03C83}" presName="rootConnector" presStyleLbl="node2" presStyleIdx="5" presStyleCnt="6"/>
      <dgm:spPr/>
    </dgm:pt>
    <dgm:pt modelId="{A531E56E-EFE3-431B-A411-362A978A7FE6}" type="pres">
      <dgm:prSet presAssocID="{179EAD97-85EA-4478-8468-220AF0D03C83}" presName="hierChild4" presStyleCnt="0"/>
      <dgm:spPr/>
    </dgm:pt>
    <dgm:pt modelId="{DF33C866-5A35-46A7-8C61-0026FAD8C6BC}" type="pres">
      <dgm:prSet presAssocID="{179EAD97-85EA-4478-8468-220AF0D03C83}" presName="hierChild5" presStyleCnt="0"/>
      <dgm:spPr/>
    </dgm:pt>
    <dgm:pt modelId="{E10BB3A5-CD9E-4190-BDBD-44232D8DB553}" type="pres">
      <dgm:prSet presAssocID="{DCAD5018-F351-47B4-94A3-BE3E3F1F3572}" presName="hierChild3" presStyleCnt="0"/>
      <dgm:spPr/>
    </dgm:pt>
  </dgm:ptLst>
  <dgm:cxnLst>
    <dgm:cxn modelId="{CE1B9906-51D7-4084-87EE-D4BC076A0D05}" type="presOf" srcId="{C121FD4A-6079-4518-A3F7-139B91033937}" destId="{04E6BFB6-2B28-4BF9-82A0-21B8523974DD}" srcOrd="0" destOrd="0" presId="urn:microsoft.com/office/officeart/2005/8/layout/orgChart1"/>
    <dgm:cxn modelId="{B0E75610-62E3-474C-9F09-3D258C6E7E39}" srcId="{DCAD5018-F351-47B4-94A3-BE3E3F1F3572}" destId="{B696810E-CF56-49E9-99A5-EC39AF9A3862}" srcOrd="4" destOrd="0" parTransId="{28465106-E9AD-46BC-905C-CBD6E0137118}" sibTransId="{DA0278DC-9ACE-4436-83BA-777A42F18563}"/>
    <dgm:cxn modelId="{5C640A16-AFA3-45AB-9B7A-0428B49C1C0D}" type="presOf" srcId="{241843AB-03AB-4FC6-9596-ADC517945BD0}" destId="{CF9EB66F-FCD8-4006-A801-C8B5A6C1B93A}" srcOrd="0" destOrd="0" presId="urn:microsoft.com/office/officeart/2005/8/layout/orgChart1"/>
    <dgm:cxn modelId="{DC021A2D-EE42-4088-B27A-49F9F74BE35F}" type="presOf" srcId="{16F5A147-3B0B-4081-B3DD-1AF3B9CA01D3}" destId="{7DC44A90-C3BA-4207-BF85-67CED3CCD11D}" srcOrd="0" destOrd="0" presId="urn:microsoft.com/office/officeart/2005/8/layout/orgChart1"/>
    <dgm:cxn modelId="{E29D3230-B003-49D2-A607-F74C322C1D37}" type="presOf" srcId="{75C2455E-C6F2-4A84-B5F4-75496BA4DDBF}" destId="{67930E56-2B75-4F69-83B7-74509CB2ABDB}" srcOrd="1" destOrd="0" presId="urn:microsoft.com/office/officeart/2005/8/layout/orgChart1"/>
    <dgm:cxn modelId="{9AA6633D-44FC-4B33-87DB-3847841D63C3}" srcId="{DCAD5018-F351-47B4-94A3-BE3E3F1F3572}" destId="{75C2455E-C6F2-4A84-B5F4-75496BA4DDBF}" srcOrd="3" destOrd="0" parTransId="{C121FD4A-6079-4518-A3F7-139B91033937}" sibTransId="{65BB18C0-51C4-45D7-9F49-DF476BD359CB}"/>
    <dgm:cxn modelId="{61708560-FB89-4232-9493-E2E03B0E44A9}" type="presOf" srcId="{A761C96B-51FB-481A-BFEA-DA4DBE4C8770}" destId="{F52A9686-3EC1-429A-A29E-7EB668A6C720}" srcOrd="0" destOrd="0" presId="urn:microsoft.com/office/officeart/2005/8/layout/orgChart1"/>
    <dgm:cxn modelId="{D8CBC664-DA46-48AF-8C31-5E3C8B8287B3}" type="presOf" srcId="{B696810E-CF56-49E9-99A5-EC39AF9A3862}" destId="{658DBFD8-FBCF-48F1-A1BC-2588ED4CB8DB}" srcOrd="0" destOrd="0" presId="urn:microsoft.com/office/officeart/2005/8/layout/orgChart1"/>
    <dgm:cxn modelId="{2D0A846A-B982-486B-8C10-233A324BF586}" type="presOf" srcId="{B696810E-CF56-49E9-99A5-EC39AF9A3862}" destId="{139FC445-1844-4975-B858-A4FDA8B490B5}" srcOrd="1" destOrd="0" presId="urn:microsoft.com/office/officeart/2005/8/layout/orgChart1"/>
    <dgm:cxn modelId="{9F997D6B-D573-4941-8228-142C88B26523}" srcId="{DCAD5018-F351-47B4-94A3-BE3E3F1F3572}" destId="{A761C96B-51FB-481A-BFEA-DA4DBE4C8770}" srcOrd="1" destOrd="0" parTransId="{43FF4666-A23E-4A20-A366-46DCE52C3AAD}" sibTransId="{266F814E-D31D-4F1B-94D2-94BC796B9FAB}"/>
    <dgm:cxn modelId="{191ADA51-6CAA-4DC2-8203-C1D4E3439335}" type="presOf" srcId="{DCAD5018-F351-47B4-94A3-BE3E3F1F3572}" destId="{7C9B59E7-F5BA-41F3-A731-7A583A93C1F3}" srcOrd="0" destOrd="0" presId="urn:microsoft.com/office/officeart/2005/8/layout/orgChart1"/>
    <dgm:cxn modelId="{9F670273-F256-4AF8-ABEE-D5C6C821645E}" srcId="{DCAD5018-F351-47B4-94A3-BE3E3F1F3572}" destId="{179EAD97-85EA-4478-8468-220AF0D03C83}" srcOrd="5" destOrd="0" parTransId="{DD846D34-D16E-4ADB-99CE-7F302BBF20DE}" sibTransId="{70CE3B04-683A-45DF-8AD9-424156598722}"/>
    <dgm:cxn modelId="{7595729E-108B-4BA6-9ADD-1AB4E13E066F}" type="presOf" srcId="{DD846D34-D16E-4ADB-99CE-7F302BBF20DE}" destId="{0FD2073B-0C35-46BA-9111-14AF50FBAAD8}" srcOrd="0" destOrd="0" presId="urn:microsoft.com/office/officeart/2005/8/layout/orgChart1"/>
    <dgm:cxn modelId="{73DDFDA2-9645-4A9F-9865-F62E928DD534}" type="presOf" srcId="{179EAD97-85EA-4478-8468-220AF0D03C83}" destId="{1B2070B4-2CC3-44A6-AD2C-5A1CC6241F31}" srcOrd="0" destOrd="0" presId="urn:microsoft.com/office/officeart/2005/8/layout/orgChart1"/>
    <dgm:cxn modelId="{58ECEFA6-ACD6-4F68-A7F7-051506146025}" type="presOf" srcId="{0C3E9332-BF9F-4E48-8BCC-6911BE7738E0}" destId="{B794D3D1-618A-4E47-A5D0-E61A130B1F67}" srcOrd="0" destOrd="0" presId="urn:microsoft.com/office/officeart/2005/8/layout/orgChart1"/>
    <dgm:cxn modelId="{09732CB3-C819-4100-AF8A-436A46730EB3}" type="presOf" srcId="{179EAD97-85EA-4478-8468-220AF0D03C83}" destId="{6CF3E13E-F1A0-4462-A7D6-B575049B4992}" srcOrd="1" destOrd="0" presId="urn:microsoft.com/office/officeart/2005/8/layout/orgChart1"/>
    <dgm:cxn modelId="{ACE002B8-4B15-46DE-81CF-03FFDFDB461A}" srcId="{DCAD5018-F351-47B4-94A3-BE3E3F1F3572}" destId="{241843AB-03AB-4FC6-9596-ADC517945BD0}" srcOrd="2" destOrd="0" parTransId="{6F17F8FC-BEF3-4228-BD49-7CFB00DC4A86}" sibTransId="{E741CB90-3C52-43A9-893D-07220CE803FA}"/>
    <dgm:cxn modelId="{E1586FB9-FFF4-4EA6-8B31-AD565123A701}" type="presOf" srcId="{28465106-E9AD-46BC-905C-CBD6E0137118}" destId="{DDED44FA-AA26-4863-9F7A-652CD293B9E1}" srcOrd="0" destOrd="0" presId="urn:microsoft.com/office/officeart/2005/8/layout/orgChart1"/>
    <dgm:cxn modelId="{E514AFBD-E218-4743-87BA-16D0E682752A}" type="presOf" srcId="{6F17F8FC-BEF3-4228-BD49-7CFB00DC4A86}" destId="{444A22DB-7534-44C1-A464-0E2C9344F19F}" srcOrd="0" destOrd="0" presId="urn:microsoft.com/office/officeart/2005/8/layout/orgChart1"/>
    <dgm:cxn modelId="{082D48BF-C6A4-4FA3-8B4D-EAD776DDC7F2}" type="presOf" srcId="{DCAD5018-F351-47B4-94A3-BE3E3F1F3572}" destId="{75DA7037-12D2-4A7A-B827-D6D87069DBC7}" srcOrd="1" destOrd="0" presId="urn:microsoft.com/office/officeart/2005/8/layout/orgChart1"/>
    <dgm:cxn modelId="{4440EDC8-0CA7-4717-A1CB-CB3C85FCFB65}" type="presOf" srcId="{75C2455E-C6F2-4A84-B5F4-75496BA4DDBF}" destId="{F10DB858-D7E5-4190-B06B-BCCBDA214023}" srcOrd="0" destOrd="0" presId="urn:microsoft.com/office/officeart/2005/8/layout/orgChart1"/>
    <dgm:cxn modelId="{35BEB3CA-77AA-49FE-A276-EEFA4EF7F884}" srcId="{DCAD5018-F351-47B4-94A3-BE3E3F1F3572}" destId="{16F5A147-3B0B-4081-B3DD-1AF3B9CA01D3}" srcOrd="0" destOrd="0" parTransId="{0C3E9332-BF9F-4E48-8BCC-6911BE7738E0}" sibTransId="{99331373-DA01-4EBA-B217-8F53027317F9}"/>
    <dgm:cxn modelId="{210ED3CD-64E6-485F-9EDB-0F8A27F11DDA}" type="presOf" srcId="{D09CE2DA-7DBB-4D97-B7F6-35FF3470E5CE}" destId="{A03B3271-529A-4EAD-83FC-4037B6DA1CF2}" srcOrd="0" destOrd="0" presId="urn:microsoft.com/office/officeart/2005/8/layout/orgChart1"/>
    <dgm:cxn modelId="{B3A784E6-9BFA-46D1-8475-1EC8692930E9}" type="presOf" srcId="{A761C96B-51FB-481A-BFEA-DA4DBE4C8770}" destId="{0B0B7904-A364-4523-B9AB-9E10BF0CF93B}" srcOrd="1" destOrd="0" presId="urn:microsoft.com/office/officeart/2005/8/layout/orgChart1"/>
    <dgm:cxn modelId="{B715A5EB-BD41-4EC9-B44C-707BA493FA0A}" type="presOf" srcId="{43FF4666-A23E-4A20-A366-46DCE52C3AAD}" destId="{C8AD4012-46CC-4688-80E5-5D2CB8083808}" srcOrd="0" destOrd="0" presId="urn:microsoft.com/office/officeart/2005/8/layout/orgChart1"/>
    <dgm:cxn modelId="{9F6745EE-C840-4B7B-AB52-3C539484731E}" type="presOf" srcId="{16F5A147-3B0B-4081-B3DD-1AF3B9CA01D3}" destId="{58F3ED38-40A3-4119-9A8F-0EAF988D5A7A}" srcOrd="1" destOrd="0" presId="urn:microsoft.com/office/officeart/2005/8/layout/orgChart1"/>
    <dgm:cxn modelId="{44C80DF3-1C3D-4DF8-8A59-5B68856A8A71}" type="presOf" srcId="{241843AB-03AB-4FC6-9596-ADC517945BD0}" destId="{611F0730-8B31-430A-B245-DA35E51326BC}" srcOrd="1" destOrd="0" presId="urn:microsoft.com/office/officeart/2005/8/layout/orgChart1"/>
    <dgm:cxn modelId="{AF62B5F7-ECDC-4C19-B9BB-94695463CB65}" srcId="{D09CE2DA-7DBB-4D97-B7F6-35FF3470E5CE}" destId="{DCAD5018-F351-47B4-94A3-BE3E3F1F3572}" srcOrd="0" destOrd="0" parTransId="{0E0C49DE-ADB4-49BA-99C4-430648DC43D0}" sibTransId="{63CF8602-3D12-4EAC-BB8E-4643202F279E}"/>
    <dgm:cxn modelId="{CE5C496F-C2F1-46E1-B24D-CD85B6E4E360}" type="presParOf" srcId="{A03B3271-529A-4EAD-83FC-4037B6DA1CF2}" destId="{120784A3-742A-407D-8FB7-5EE2D5A5CD44}" srcOrd="0" destOrd="0" presId="urn:microsoft.com/office/officeart/2005/8/layout/orgChart1"/>
    <dgm:cxn modelId="{CAFD38FC-039D-45EE-9A98-5615FB937626}" type="presParOf" srcId="{120784A3-742A-407D-8FB7-5EE2D5A5CD44}" destId="{91BA8709-4D2F-4025-9D12-3335EEF67136}" srcOrd="0" destOrd="0" presId="urn:microsoft.com/office/officeart/2005/8/layout/orgChart1"/>
    <dgm:cxn modelId="{2DF46E27-A2FA-4623-87F4-A41E8FA56CA1}" type="presParOf" srcId="{91BA8709-4D2F-4025-9D12-3335EEF67136}" destId="{7C9B59E7-F5BA-41F3-A731-7A583A93C1F3}" srcOrd="0" destOrd="0" presId="urn:microsoft.com/office/officeart/2005/8/layout/orgChart1"/>
    <dgm:cxn modelId="{FF5CC666-EDAD-4DD3-9D59-4748D3FC5738}" type="presParOf" srcId="{91BA8709-4D2F-4025-9D12-3335EEF67136}" destId="{75DA7037-12D2-4A7A-B827-D6D87069DBC7}" srcOrd="1" destOrd="0" presId="urn:microsoft.com/office/officeart/2005/8/layout/orgChart1"/>
    <dgm:cxn modelId="{6E9A6731-DD78-43E4-907A-210259B1DA0A}" type="presParOf" srcId="{120784A3-742A-407D-8FB7-5EE2D5A5CD44}" destId="{8A761CEF-CF3C-455B-AF04-941F321723AF}" srcOrd="1" destOrd="0" presId="urn:microsoft.com/office/officeart/2005/8/layout/orgChart1"/>
    <dgm:cxn modelId="{2B674260-8451-4ED0-957E-DA7636C9EBFC}" type="presParOf" srcId="{8A761CEF-CF3C-455B-AF04-941F321723AF}" destId="{B794D3D1-618A-4E47-A5D0-E61A130B1F67}" srcOrd="0" destOrd="0" presId="urn:microsoft.com/office/officeart/2005/8/layout/orgChart1"/>
    <dgm:cxn modelId="{F7B72BCF-7791-40C7-AC0E-F27E48986E94}" type="presParOf" srcId="{8A761CEF-CF3C-455B-AF04-941F321723AF}" destId="{339D082D-9DE0-4D1D-8EC4-16C7D029BC6D}" srcOrd="1" destOrd="0" presId="urn:microsoft.com/office/officeart/2005/8/layout/orgChart1"/>
    <dgm:cxn modelId="{689493F3-27AC-4A9D-980D-F5F858A9D4D3}" type="presParOf" srcId="{339D082D-9DE0-4D1D-8EC4-16C7D029BC6D}" destId="{36983EE2-E102-41EF-9DCF-C5EDC2CA0012}" srcOrd="0" destOrd="0" presId="urn:microsoft.com/office/officeart/2005/8/layout/orgChart1"/>
    <dgm:cxn modelId="{C1D956B9-3DA1-4883-862D-8CC7A27E1C69}" type="presParOf" srcId="{36983EE2-E102-41EF-9DCF-C5EDC2CA0012}" destId="{7DC44A90-C3BA-4207-BF85-67CED3CCD11D}" srcOrd="0" destOrd="0" presId="urn:microsoft.com/office/officeart/2005/8/layout/orgChart1"/>
    <dgm:cxn modelId="{257D263A-6EDA-47BD-8B1A-2CAC83347823}" type="presParOf" srcId="{36983EE2-E102-41EF-9DCF-C5EDC2CA0012}" destId="{58F3ED38-40A3-4119-9A8F-0EAF988D5A7A}" srcOrd="1" destOrd="0" presId="urn:microsoft.com/office/officeart/2005/8/layout/orgChart1"/>
    <dgm:cxn modelId="{D41771FC-FC9B-4201-BD00-84174290E1EA}" type="presParOf" srcId="{339D082D-9DE0-4D1D-8EC4-16C7D029BC6D}" destId="{BFF42769-EA64-46D4-A692-08C6212635B6}" srcOrd="1" destOrd="0" presId="urn:microsoft.com/office/officeart/2005/8/layout/orgChart1"/>
    <dgm:cxn modelId="{FD88EB5E-E611-4DEC-B5EC-E0EA590901D3}" type="presParOf" srcId="{339D082D-9DE0-4D1D-8EC4-16C7D029BC6D}" destId="{7753E17F-0144-4158-A42F-BB0140C90CFE}" srcOrd="2" destOrd="0" presId="urn:microsoft.com/office/officeart/2005/8/layout/orgChart1"/>
    <dgm:cxn modelId="{39817519-046F-4343-A252-A4986BD89F77}" type="presParOf" srcId="{8A761CEF-CF3C-455B-AF04-941F321723AF}" destId="{C8AD4012-46CC-4688-80E5-5D2CB8083808}" srcOrd="2" destOrd="0" presId="urn:microsoft.com/office/officeart/2005/8/layout/orgChart1"/>
    <dgm:cxn modelId="{B05E3178-758B-4DFD-A517-FB15FDC6678C}" type="presParOf" srcId="{8A761CEF-CF3C-455B-AF04-941F321723AF}" destId="{52F2A943-D6E7-4906-8BF1-5D91A3100885}" srcOrd="3" destOrd="0" presId="urn:microsoft.com/office/officeart/2005/8/layout/orgChart1"/>
    <dgm:cxn modelId="{33784C2E-42AE-4B0C-9781-4FE148795AE7}" type="presParOf" srcId="{52F2A943-D6E7-4906-8BF1-5D91A3100885}" destId="{6F21FA3B-9D8C-43C3-821C-B6372D02B7D1}" srcOrd="0" destOrd="0" presId="urn:microsoft.com/office/officeart/2005/8/layout/orgChart1"/>
    <dgm:cxn modelId="{852794A3-683B-4DFB-BFB6-D857A76D3DC6}" type="presParOf" srcId="{6F21FA3B-9D8C-43C3-821C-B6372D02B7D1}" destId="{F52A9686-3EC1-429A-A29E-7EB668A6C720}" srcOrd="0" destOrd="0" presId="urn:microsoft.com/office/officeart/2005/8/layout/orgChart1"/>
    <dgm:cxn modelId="{32CF9C64-AD8E-4BFC-9A9D-271985C258B8}" type="presParOf" srcId="{6F21FA3B-9D8C-43C3-821C-B6372D02B7D1}" destId="{0B0B7904-A364-4523-B9AB-9E10BF0CF93B}" srcOrd="1" destOrd="0" presId="urn:microsoft.com/office/officeart/2005/8/layout/orgChart1"/>
    <dgm:cxn modelId="{CD94B0D5-95BE-43A3-A7D3-EE95020A80E4}" type="presParOf" srcId="{52F2A943-D6E7-4906-8BF1-5D91A3100885}" destId="{7388662E-184F-48F3-B2C1-E573099ACE52}" srcOrd="1" destOrd="0" presId="urn:microsoft.com/office/officeart/2005/8/layout/orgChart1"/>
    <dgm:cxn modelId="{114C4592-CB02-4D2F-AE0B-EE800D895029}" type="presParOf" srcId="{52F2A943-D6E7-4906-8BF1-5D91A3100885}" destId="{7AAE1CE1-0B40-4B79-8EEC-C9D4E9DD62BA}" srcOrd="2" destOrd="0" presId="urn:microsoft.com/office/officeart/2005/8/layout/orgChart1"/>
    <dgm:cxn modelId="{6CF0F41E-3DFC-44FB-A229-CF6255C16D55}" type="presParOf" srcId="{8A761CEF-CF3C-455B-AF04-941F321723AF}" destId="{444A22DB-7534-44C1-A464-0E2C9344F19F}" srcOrd="4" destOrd="0" presId="urn:microsoft.com/office/officeart/2005/8/layout/orgChart1"/>
    <dgm:cxn modelId="{3EFF9455-6B81-4B44-A615-8B48C1DBF835}" type="presParOf" srcId="{8A761CEF-CF3C-455B-AF04-941F321723AF}" destId="{AB166F42-AA37-4E2F-B4A6-586F15BF02CC}" srcOrd="5" destOrd="0" presId="urn:microsoft.com/office/officeart/2005/8/layout/orgChart1"/>
    <dgm:cxn modelId="{C1DBC84E-0C62-4AE5-8D46-6E173C86BA8A}" type="presParOf" srcId="{AB166F42-AA37-4E2F-B4A6-586F15BF02CC}" destId="{476DE242-1CE2-424D-A691-4DF4656767A0}" srcOrd="0" destOrd="0" presId="urn:microsoft.com/office/officeart/2005/8/layout/orgChart1"/>
    <dgm:cxn modelId="{F0F76E77-DA96-40F0-BCB8-190C7A6C5963}" type="presParOf" srcId="{476DE242-1CE2-424D-A691-4DF4656767A0}" destId="{CF9EB66F-FCD8-4006-A801-C8B5A6C1B93A}" srcOrd="0" destOrd="0" presId="urn:microsoft.com/office/officeart/2005/8/layout/orgChart1"/>
    <dgm:cxn modelId="{D2D4785E-E2C1-44BA-AB80-494E472EEE28}" type="presParOf" srcId="{476DE242-1CE2-424D-A691-4DF4656767A0}" destId="{611F0730-8B31-430A-B245-DA35E51326BC}" srcOrd="1" destOrd="0" presId="urn:microsoft.com/office/officeart/2005/8/layout/orgChart1"/>
    <dgm:cxn modelId="{64D4AC39-AD48-4187-90C5-61D7D860B3E9}" type="presParOf" srcId="{AB166F42-AA37-4E2F-B4A6-586F15BF02CC}" destId="{AB8B7E6E-1B35-41FF-91A0-121FE9F82226}" srcOrd="1" destOrd="0" presId="urn:microsoft.com/office/officeart/2005/8/layout/orgChart1"/>
    <dgm:cxn modelId="{CD301578-ED74-4885-94AA-CD2AA0D96776}" type="presParOf" srcId="{AB166F42-AA37-4E2F-B4A6-586F15BF02CC}" destId="{4F81A69F-9E54-4115-95C6-FF88C96C25D5}" srcOrd="2" destOrd="0" presId="urn:microsoft.com/office/officeart/2005/8/layout/orgChart1"/>
    <dgm:cxn modelId="{2D29E88B-23EE-4F85-B66F-153EA77DA560}" type="presParOf" srcId="{8A761CEF-CF3C-455B-AF04-941F321723AF}" destId="{04E6BFB6-2B28-4BF9-82A0-21B8523974DD}" srcOrd="6" destOrd="0" presId="urn:microsoft.com/office/officeart/2005/8/layout/orgChart1"/>
    <dgm:cxn modelId="{1A636350-AC1F-4AFF-A839-4A384DD834E2}" type="presParOf" srcId="{8A761CEF-CF3C-455B-AF04-941F321723AF}" destId="{B6BC251A-3394-4A57-8FAC-28604D773DA1}" srcOrd="7" destOrd="0" presId="urn:microsoft.com/office/officeart/2005/8/layout/orgChart1"/>
    <dgm:cxn modelId="{647EE398-CB6A-4041-8915-9A250D203963}" type="presParOf" srcId="{B6BC251A-3394-4A57-8FAC-28604D773DA1}" destId="{AFBEDC7B-77EA-4699-815E-5D9829B54470}" srcOrd="0" destOrd="0" presId="urn:microsoft.com/office/officeart/2005/8/layout/orgChart1"/>
    <dgm:cxn modelId="{C20CC206-3B8F-4DB0-8602-D854AB7B41A9}" type="presParOf" srcId="{AFBEDC7B-77EA-4699-815E-5D9829B54470}" destId="{F10DB858-D7E5-4190-B06B-BCCBDA214023}" srcOrd="0" destOrd="0" presId="urn:microsoft.com/office/officeart/2005/8/layout/orgChart1"/>
    <dgm:cxn modelId="{0F9E3557-8A9F-46F1-BACD-6D7786B1BB6F}" type="presParOf" srcId="{AFBEDC7B-77EA-4699-815E-5D9829B54470}" destId="{67930E56-2B75-4F69-83B7-74509CB2ABDB}" srcOrd="1" destOrd="0" presId="urn:microsoft.com/office/officeart/2005/8/layout/orgChart1"/>
    <dgm:cxn modelId="{9356C476-C6D0-49A5-BAC0-7D63F81D976E}" type="presParOf" srcId="{B6BC251A-3394-4A57-8FAC-28604D773DA1}" destId="{92DF23A8-FDA9-4FE0-819D-E3CED06F1C10}" srcOrd="1" destOrd="0" presId="urn:microsoft.com/office/officeart/2005/8/layout/orgChart1"/>
    <dgm:cxn modelId="{331EEAF9-3194-4219-A9EB-5FD4A139C526}" type="presParOf" srcId="{B6BC251A-3394-4A57-8FAC-28604D773DA1}" destId="{EA56D24D-5F4C-4D7D-B8E7-55CE8030B0C0}" srcOrd="2" destOrd="0" presId="urn:microsoft.com/office/officeart/2005/8/layout/orgChart1"/>
    <dgm:cxn modelId="{87D289B8-A5D1-4D70-BA72-418C5CDE4724}" type="presParOf" srcId="{8A761CEF-CF3C-455B-AF04-941F321723AF}" destId="{DDED44FA-AA26-4863-9F7A-652CD293B9E1}" srcOrd="8" destOrd="0" presId="urn:microsoft.com/office/officeart/2005/8/layout/orgChart1"/>
    <dgm:cxn modelId="{DED229FB-4A6B-4FB0-A58E-FA7DCA5463DC}" type="presParOf" srcId="{8A761CEF-CF3C-455B-AF04-941F321723AF}" destId="{393CF0DF-0022-4E22-9F86-EB0742BEFA3E}" srcOrd="9" destOrd="0" presId="urn:microsoft.com/office/officeart/2005/8/layout/orgChart1"/>
    <dgm:cxn modelId="{34B8356E-A078-483F-85D2-889DCB356DF9}" type="presParOf" srcId="{393CF0DF-0022-4E22-9F86-EB0742BEFA3E}" destId="{2CA9A14C-DF8F-40E1-AC88-58944B660555}" srcOrd="0" destOrd="0" presId="urn:microsoft.com/office/officeart/2005/8/layout/orgChart1"/>
    <dgm:cxn modelId="{B2AC584E-D8DC-44FD-BA81-2DA429F5654D}" type="presParOf" srcId="{2CA9A14C-DF8F-40E1-AC88-58944B660555}" destId="{658DBFD8-FBCF-48F1-A1BC-2588ED4CB8DB}" srcOrd="0" destOrd="0" presId="urn:microsoft.com/office/officeart/2005/8/layout/orgChart1"/>
    <dgm:cxn modelId="{EC4AC880-D6B9-4CC3-8A1D-09968C715648}" type="presParOf" srcId="{2CA9A14C-DF8F-40E1-AC88-58944B660555}" destId="{139FC445-1844-4975-B858-A4FDA8B490B5}" srcOrd="1" destOrd="0" presId="urn:microsoft.com/office/officeart/2005/8/layout/orgChart1"/>
    <dgm:cxn modelId="{7F699769-0C20-4931-8910-C2D5C7E4D049}" type="presParOf" srcId="{393CF0DF-0022-4E22-9F86-EB0742BEFA3E}" destId="{E41F7E46-E3E7-413D-8F5F-DD4B6030067A}" srcOrd="1" destOrd="0" presId="urn:microsoft.com/office/officeart/2005/8/layout/orgChart1"/>
    <dgm:cxn modelId="{0C0006BB-9479-472C-B157-B6FF104A23F0}" type="presParOf" srcId="{393CF0DF-0022-4E22-9F86-EB0742BEFA3E}" destId="{364A2BE2-B54F-409E-89B5-B4117AF11375}" srcOrd="2" destOrd="0" presId="urn:microsoft.com/office/officeart/2005/8/layout/orgChart1"/>
    <dgm:cxn modelId="{BEB7D625-7013-4A59-89DB-C11C15DE1B46}" type="presParOf" srcId="{8A761CEF-CF3C-455B-AF04-941F321723AF}" destId="{0FD2073B-0C35-46BA-9111-14AF50FBAAD8}" srcOrd="10" destOrd="0" presId="urn:microsoft.com/office/officeart/2005/8/layout/orgChart1"/>
    <dgm:cxn modelId="{6E4957A3-D7DC-4D52-9C16-6523A4ADDFFF}" type="presParOf" srcId="{8A761CEF-CF3C-455B-AF04-941F321723AF}" destId="{B73FF484-BC9E-4201-9D7E-0A30AF60330C}" srcOrd="11" destOrd="0" presId="urn:microsoft.com/office/officeart/2005/8/layout/orgChart1"/>
    <dgm:cxn modelId="{8AEFE661-BD63-4E8E-992B-C20562E38118}" type="presParOf" srcId="{B73FF484-BC9E-4201-9D7E-0A30AF60330C}" destId="{2A3B13FC-90D6-454A-88DB-8F7923A293DC}" srcOrd="0" destOrd="0" presId="urn:microsoft.com/office/officeart/2005/8/layout/orgChart1"/>
    <dgm:cxn modelId="{85517BB7-2C60-4FE7-84B0-423EE68EBB16}" type="presParOf" srcId="{2A3B13FC-90D6-454A-88DB-8F7923A293DC}" destId="{1B2070B4-2CC3-44A6-AD2C-5A1CC6241F31}" srcOrd="0" destOrd="0" presId="urn:microsoft.com/office/officeart/2005/8/layout/orgChart1"/>
    <dgm:cxn modelId="{1D3403AB-136D-4D5A-BE1B-053B704FDD62}" type="presParOf" srcId="{2A3B13FC-90D6-454A-88DB-8F7923A293DC}" destId="{6CF3E13E-F1A0-4462-A7D6-B575049B4992}" srcOrd="1" destOrd="0" presId="urn:microsoft.com/office/officeart/2005/8/layout/orgChart1"/>
    <dgm:cxn modelId="{D962052B-4A4D-44CD-A987-C60C163B97F7}" type="presParOf" srcId="{B73FF484-BC9E-4201-9D7E-0A30AF60330C}" destId="{A531E56E-EFE3-431B-A411-362A978A7FE6}" srcOrd="1" destOrd="0" presId="urn:microsoft.com/office/officeart/2005/8/layout/orgChart1"/>
    <dgm:cxn modelId="{C0B64D1B-472F-4578-A8E6-B1DF9A68C72C}" type="presParOf" srcId="{B73FF484-BC9E-4201-9D7E-0A30AF60330C}" destId="{DF33C866-5A35-46A7-8C61-0026FAD8C6BC}" srcOrd="2" destOrd="0" presId="urn:microsoft.com/office/officeart/2005/8/layout/orgChart1"/>
    <dgm:cxn modelId="{8CA2ACCB-4EC6-4E26-AE82-E9AA1C331070}" type="presParOf" srcId="{120784A3-742A-407D-8FB7-5EE2D5A5CD44}" destId="{E10BB3A5-CD9E-4190-BDBD-44232D8DB55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9CE2DA-7DBB-4D97-B7F6-35FF3470E5CE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DCAD5018-F351-47B4-94A3-BE3E3F1F3572}">
      <dgm:prSet phldrT="[Text]" phldr="0" custT="1"/>
      <dgm:spPr/>
      <dgm:t>
        <a:bodyPr/>
        <a:lstStyle/>
        <a:p>
          <a:r>
            <a:rPr lang="en-ZA" sz="2000" dirty="0"/>
            <a:t>Mechanical Design</a:t>
          </a:r>
        </a:p>
      </dgm:t>
    </dgm:pt>
    <dgm:pt modelId="{0E0C49DE-ADB4-49BA-99C4-430648DC43D0}" type="parTrans" cxnId="{AF62B5F7-ECDC-4C19-B9BB-94695463CB65}">
      <dgm:prSet/>
      <dgm:spPr/>
      <dgm:t>
        <a:bodyPr/>
        <a:lstStyle/>
        <a:p>
          <a:endParaRPr lang="en-ZA" sz="2000"/>
        </a:p>
      </dgm:t>
    </dgm:pt>
    <dgm:pt modelId="{63CF8602-3D12-4EAC-BB8E-4643202F279E}" type="sibTrans" cxnId="{AF62B5F7-ECDC-4C19-B9BB-94695463CB65}">
      <dgm:prSet/>
      <dgm:spPr/>
      <dgm:t>
        <a:bodyPr/>
        <a:lstStyle/>
        <a:p>
          <a:endParaRPr lang="en-ZA" sz="2000"/>
        </a:p>
      </dgm:t>
    </dgm:pt>
    <dgm:pt modelId="{16F5A147-3B0B-4081-B3DD-1AF3B9CA01D3}">
      <dgm:prSet phldrT="[Text]" phldr="0" custT="1"/>
      <dgm:spPr/>
      <dgm:t>
        <a:bodyPr/>
        <a:lstStyle/>
        <a:p>
          <a:r>
            <a:rPr lang="en-ZA" sz="2000" dirty="0"/>
            <a:t>Chassis</a:t>
          </a:r>
        </a:p>
      </dgm:t>
    </dgm:pt>
    <dgm:pt modelId="{0C3E9332-BF9F-4E48-8BCC-6911BE7738E0}" type="parTrans" cxnId="{35BEB3CA-77AA-49FE-A276-EEFA4EF7F884}">
      <dgm:prSet/>
      <dgm:spPr/>
      <dgm:t>
        <a:bodyPr/>
        <a:lstStyle/>
        <a:p>
          <a:endParaRPr lang="en-ZA" sz="2000"/>
        </a:p>
      </dgm:t>
    </dgm:pt>
    <dgm:pt modelId="{99331373-DA01-4EBA-B217-8F53027317F9}" type="sibTrans" cxnId="{35BEB3CA-77AA-49FE-A276-EEFA4EF7F884}">
      <dgm:prSet/>
      <dgm:spPr/>
      <dgm:t>
        <a:bodyPr/>
        <a:lstStyle/>
        <a:p>
          <a:endParaRPr lang="en-ZA" sz="2000"/>
        </a:p>
      </dgm:t>
    </dgm:pt>
    <dgm:pt modelId="{A761C96B-51FB-481A-BFEA-DA4DBE4C8770}">
      <dgm:prSet phldrT="[Text]" phldr="0" custT="1"/>
      <dgm:spPr/>
      <dgm:t>
        <a:bodyPr/>
        <a:lstStyle/>
        <a:p>
          <a:r>
            <a:rPr lang="en-ZA" sz="2000" dirty="0"/>
            <a:t>Drive train</a:t>
          </a:r>
        </a:p>
      </dgm:t>
    </dgm:pt>
    <dgm:pt modelId="{43FF4666-A23E-4A20-A366-46DCE52C3AAD}" type="parTrans" cxnId="{9F997D6B-D573-4941-8228-142C88B26523}">
      <dgm:prSet/>
      <dgm:spPr/>
      <dgm:t>
        <a:bodyPr/>
        <a:lstStyle/>
        <a:p>
          <a:endParaRPr lang="en-ZA" sz="2000"/>
        </a:p>
      </dgm:t>
    </dgm:pt>
    <dgm:pt modelId="{266F814E-D31D-4F1B-94D2-94BC796B9FAB}" type="sibTrans" cxnId="{9F997D6B-D573-4941-8228-142C88B26523}">
      <dgm:prSet/>
      <dgm:spPr/>
      <dgm:t>
        <a:bodyPr/>
        <a:lstStyle/>
        <a:p>
          <a:endParaRPr lang="en-ZA" sz="2000"/>
        </a:p>
      </dgm:t>
    </dgm:pt>
    <dgm:pt modelId="{241843AB-03AB-4FC6-9596-ADC517945BD0}">
      <dgm:prSet phldrT="[Text]" phldr="0" custT="1"/>
      <dgm:spPr/>
      <dgm:t>
        <a:bodyPr/>
        <a:lstStyle/>
        <a:p>
          <a:r>
            <a:rPr lang="en-ZA" sz="2000" dirty="0"/>
            <a:t>Wedge</a:t>
          </a:r>
        </a:p>
      </dgm:t>
    </dgm:pt>
    <dgm:pt modelId="{6F17F8FC-BEF3-4228-BD49-7CFB00DC4A86}" type="parTrans" cxnId="{ACE002B8-4B15-46DE-81CF-03FFDFDB461A}">
      <dgm:prSet/>
      <dgm:spPr/>
      <dgm:t>
        <a:bodyPr/>
        <a:lstStyle/>
        <a:p>
          <a:endParaRPr lang="en-ZA" sz="2000"/>
        </a:p>
      </dgm:t>
    </dgm:pt>
    <dgm:pt modelId="{E741CB90-3C52-43A9-893D-07220CE803FA}" type="sibTrans" cxnId="{ACE002B8-4B15-46DE-81CF-03FFDFDB461A}">
      <dgm:prSet/>
      <dgm:spPr/>
      <dgm:t>
        <a:bodyPr/>
        <a:lstStyle/>
        <a:p>
          <a:endParaRPr lang="en-ZA" sz="2000"/>
        </a:p>
      </dgm:t>
    </dgm:pt>
    <dgm:pt modelId="{75C2455E-C6F2-4A84-B5F4-75496BA4DDBF}">
      <dgm:prSet phldrT="[Text]" phldr="0" custT="1"/>
      <dgm:spPr/>
      <dgm:t>
        <a:bodyPr/>
        <a:lstStyle/>
        <a:p>
          <a:r>
            <a:rPr lang="en-ZA" sz="2000" dirty="0"/>
            <a:t>Supporting frame</a:t>
          </a:r>
        </a:p>
      </dgm:t>
    </dgm:pt>
    <dgm:pt modelId="{C121FD4A-6079-4518-A3F7-139B91033937}" type="parTrans" cxnId="{9AA6633D-44FC-4B33-87DB-3847841D63C3}">
      <dgm:prSet/>
      <dgm:spPr/>
      <dgm:t>
        <a:bodyPr/>
        <a:lstStyle/>
        <a:p>
          <a:endParaRPr lang="en-ZA" sz="2000"/>
        </a:p>
      </dgm:t>
    </dgm:pt>
    <dgm:pt modelId="{65BB18C0-51C4-45D7-9F49-DF476BD359CB}" type="sibTrans" cxnId="{9AA6633D-44FC-4B33-87DB-3847841D63C3}">
      <dgm:prSet/>
      <dgm:spPr/>
      <dgm:t>
        <a:bodyPr/>
        <a:lstStyle/>
        <a:p>
          <a:endParaRPr lang="en-ZA" sz="2000"/>
        </a:p>
      </dgm:t>
    </dgm:pt>
    <dgm:pt modelId="{A03B3271-529A-4EAD-83FC-4037B6DA1CF2}" type="pres">
      <dgm:prSet presAssocID="{D09CE2DA-7DBB-4D97-B7F6-35FF3470E5C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20784A3-742A-407D-8FB7-5EE2D5A5CD44}" type="pres">
      <dgm:prSet presAssocID="{DCAD5018-F351-47B4-94A3-BE3E3F1F3572}" presName="hierRoot1" presStyleCnt="0">
        <dgm:presLayoutVars>
          <dgm:hierBranch val="init"/>
        </dgm:presLayoutVars>
      </dgm:prSet>
      <dgm:spPr/>
    </dgm:pt>
    <dgm:pt modelId="{91BA8709-4D2F-4025-9D12-3335EEF67136}" type="pres">
      <dgm:prSet presAssocID="{DCAD5018-F351-47B4-94A3-BE3E3F1F3572}" presName="rootComposite1" presStyleCnt="0"/>
      <dgm:spPr/>
    </dgm:pt>
    <dgm:pt modelId="{7C9B59E7-F5BA-41F3-A731-7A583A93C1F3}" type="pres">
      <dgm:prSet presAssocID="{DCAD5018-F351-47B4-94A3-BE3E3F1F3572}" presName="rootText1" presStyleLbl="node0" presStyleIdx="0" presStyleCnt="1" custScaleX="184099">
        <dgm:presLayoutVars>
          <dgm:chPref val="3"/>
        </dgm:presLayoutVars>
      </dgm:prSet>
      <dgm:spPr/>
    </dgm:pt>
    <dgm:pt modelId="{75DA7037-12D2-4A7A-B827-D6D87069DBC7}" type="pres">
      <dgm:prSet presAssocID="{DCAD5018-F351-47B4-94A3-BE3E3F1F3572}" presName="rootConnector1" presStyleLbl="node1" presStyleIdx="0" presStyleCnt="0"/>
      <dgm:spPr/>
    </dgm:pt>
    <dgm:pt modelId="{8A761CEF-CF3C-455B-AF04-941F321723AF}" type="pres">
      <dgm:prSet presAssocID="{DCAD5018-F351-47B4-94A3-BE3E3F1F3572}" presName="hierChild2" presStyleCnt="0"/>
      <dgm:spPr/>
    </dgm:pt>
    <dgm:pt modelId="{B794D3D1-618A-4E47-A5D0-E61A130B1F67}" type="pres">
      <dgm:prSet presAssocID="{0C3E9332-BF9F-4E48-8BCC-6911BE7738E0}" presName="Name37" presStyleLbl="parChTrans1D2" presStyleIdx="0" presStyleCnt="4"/>
      <dgm:spPr/>
    </dgm:pt>
    <dgm:pt modelId="{339D082D-9DE0-4D1D-8EC4-16C7D029BC6D}" type="pres">
      <dgm:prSet presAssocID="{16F5A147-3B0B-4081-B3DD-1AF3B9CA01D3}" presName="hierRoot2" presStyleCnt="0">
        <dgm:presLayoutVars>
          <dgm:hierBranch val="init"/>
        </dgm:presLayoutVars>
      </dgm:prSet>
      <dgm:spPr/>
    </dgm:pt>
    <dgm:pt modelId="{36983EE2-E102-41EF-9DCF-C5EDC2CA0012}" type="pres">
      <dgm:prSet presAssocID="{16F5A147-3B0B-4081-B3DD-1AF3B9CA01D3}" presName="rootComposite" presStyleCnt="0"/>
      <dgm:spPr/>
    </dgm:pt>
    <dgm:pt modelId="{7DC44A90-C3BA-4207-BF85-67CED3CCD11D}" type="pres">
      <dgm:prSet presAssocID="{16F5A147-3B0B-4081-B3DD-1AF3B9CA01D3}" presName="rootText" presStyleLbl="node2" presStyleIdx="0" presStyleCnt="4">
        <dgm:presLayoutVars>
          <dgm:chPref val="3"/>
        </dgm:presLayoutVars>
      </dgm:prSet>
      <dgm:spPr/>
    </dgm:pt>
    <dgm:pt modelId="{58F3ED38-40A3-4119-9A8F-0EAF988D5A7A}" type="pres">
      <dgm:prSet presAssocID="{16F5A147-3B0B-4081-B3DD-1AF3B9CA01D3}" presName="rootConnector" presStyleLbl="node2" presStyleIdx="0" presStyleCnt="4"/>
      <dgm:spPr/>
    </dgm:pt>
    <dgm:pt modelId="{BFF42769-EA64-46D4-A692-08C6212635B6}" type="pres">
      <dgm:prSet presAssocID="{16F5A147-3B0B-4081-B3DD-1AF3B9CA01D3}" presName="hierChild4" presStyleCnt="0"/>
      <dgm:spPr/>
    </dgm:pt>
    <dgm:pt modelId="{7753E17F-0144-4158-A42F-BB0140C90CFE}" type="pres">
      <dgm:prSet presAssocID="{16F5A147-3B0B-4081-B3DD-1AF3B9CA01D3}" presName="hierChild5" presStyleCnt="0"/>
      <dgm:spPr/>
    </dgm:pt>
    <dgm:pt modelId="{C8AD4012-46CC-4688-80E5-5D2CB8083808}" type="pres">
      <dgm:prSet presAssocID="{43FF4666-A23E-4A20-A366-46DCE52C3AAD}" presName="Name37" presStyleLbl="parChTrans1D2" presStyleIdx="1" presStyleCnt="4"/>
      <dgm:spPr/>
    </dgm:pt>
    <dgm:pt modelId="{52F2A943-D6E7-4906-8BF1-5D91A3100885}" type="pres">
      <dgm:prSet presAssocID="{A761C96B-51FB-481A-BFEA-DA4DBE4C8770}" presName="hierRoot2" presStyleCnt="0">
        <dgm:presLayoutVars>
          <dgm:hierBranch val="init"/>
        </dgm:presLayoutVars>
      </dgm:prSet>
      <dgm:spPr/>
    </dgm:pt>
    <dgm:pt modelId="{6F21FA3B-9D8C-43C3-821C-B6372D02B7D1}" type="pres">
      <dgm:prSet presAssocID="{A761C96B-51FB-481A-BFEA-DA4DBE4C8770}" presName="rootComposite" presStyleCnt="0"/>
      <dgm:spPr/>
    </dgm:pt>
    <dgm:pt modelId="{F52A9686-3EC1-429A-A29E-7EB668A6C720}" type="pres">
      <dgm:prSet presAssocID="{A761C96B-51FB-481A-BFEA-DA4DBE4C8770}" presName="rootText" presStyleLbl="node2" presStyleIdx="1" presStyleCnt="4">
        <dgm:presLayoutVars>
          <dgm:chPref val="3"/>
        </dgm:presLayoutVars>
      </dgm:prSet>
      <dgm:spPr/>
    </dgm:pt>
    <dgm:pt modelId="{0B0B7904-A364-4523-B9AB-9E10BF0CF93B}" type="pres">
      <dgm:prSet presAssocID="{A761C96B-51FB-481A-BFEA-DA4DBE4C8770}" presName="rootConnector" presStyleLbl="node2" presStyleIdx="1" presStyleCnt="4"/>
      <dgm:spPr/>
    </dgm:pt>
    <dgm:pt modelId="{7388662E-184F-48F3-B2C1-E573099ACE52}" type="pres">
      <dgm:prSet presAssocID="{A761C96B-51FB-481A-BFEA-DA4DBE4C8770}" presName="hierChild4" presStyleCnt="0"/>
      <dgm:spPr/>
    </dgm:pt>
    <dgm:pt modelId="{7AAE1CE1-0B40-4B79-8EEC-C9D4E9DD62BA}" type="pres">
      <dgm:prSet presAssocID="{A761C96B-51FB-481A-BFEA-DA4DBE4C8770}" presName="hierChild5" presStyleCnt="0"/>
      <dgm:spPr/>
    </dgm:pt>
    <dgm:pt modelId="{444A22DB-7534-44C1-A464-0E2C9344F19F}" type="pres">
      <dgm:prSet presAssocID="{6F17F8FC-BEF3-4228-BD49-7CFB00DC4A86}" presName="Name37" presStyleLbl="parChTrans1D2" presStyleIdx="2" presStyleCnt="4"/>
      <dgm:spPr/>
    </dgm:pt>
    <dgm:pt modelId="{AB166F42-AA37-4E2F-B4A6-586F15BF02CC}" type="pres">
      <dgm:prSet presAssocID="{241843AB-03AB-4FC6-9596-ADC517945BD0}" presName="hierRoot2" presStyleCnt="0">
        <dgm:presLayoutVars>
          <dgm:hierBranch val="init"/>
        </dgm:presLayoutVars>
      </dgm:prSet>
      <dgm:spPr/>
    </dgm:pt>
    <dgm:pt modelId="{476DE242-1CE2-424D-A691-4DF4656767A0}" type="pres">
      <dgm:prSet presAssocID="{241843AB-03AB-4FC6-9596-ADC517945BD0}" presName="rootComposite" presStyleCnt="0"/>
      <dgm:spPr/>
    </dgm:pt>
    <dgm:pt modelId="{CF9EB66F-FCD8-4006-A801-C8B5A6C1B93A}" type="pres">
      <dgm:prSet presAssocID="{241843AB-03AB-4FC6-9596-ADC517945BD0}" presName="rootText" presStyleLbl="node2" presStyleIdx="2" presStyleCnt="4" custLinFactNeighborX="3321">
        <dgm:presLayoutVars>
          <dgm:chPref val="3"/>
        </dgm:presLayoutVars>
      </dgm:prSet>
      <dgm:spPr/>
    </dgm:pt>
    <dgm:pt modelId="{611F0730-8B31-430A-B245-DA35E51326BC}" type="pres">
      <dgm:prSet presAssocID="{241843AB-03AB-4FC6-9596-ADC517945BD0}" presName="rootConnector" presStyleLbl="node2" presStyleIdx="2" presStyleCnt="4"/>
      <dgm:spPr/>
    </dgm:pt>
    <dgm:pt modelId="{AB8B7E6E-1B35-41FF-91A0-121FE9F82226}" type="pres">
      <dgm:prSet presAssocID="{241843AB-03AB-4FC6-9596-ADC517945BD0}" presName="hierChild4" presStyleCnt="0"/>
      <dgm:spPr/>
    </dgm:pt>
    <dgm:pt modelId="{4F81A69F-9E54-4115-95C6-FF88C96C25D5}" type="pres">
      <dgm:prSet presAssocID="{241843AB-03AB-4FC6-9596-ADC517945BD0}" presName="hierChild5" presStyleCnt="0"/>
      <dgm:spPr/>
    </dgm:pt>
    <dgm:pt modelId="{04E6BFB6-2B28-4BF9-82A0-21B8523974DD}" type="pres">
      <dgm:prSet presAssocID="{C121FD4A-6079-4518-A3F7-139B91033937}" presName="Name37" presStyleLbl="parChTrans1D2" presStyleIdx="3" presStyleCnt="4"/>
      <dgm:spPr/>
    </dgm:pt>
    <dgm:pt modelId="{B6BC251A-3394-4A57-8FAC-28604D773DA1}" type="pres">
      <dgm:prSet presAssocID="{75C2455E-C6F2-4A84-B5F4-75496BA4DDBF}" presName="hierRoot2" presStyleCnt="0">
        <dgm:presLayoutVars>
          <dgm:hierBranch val="init"/>
        </dgm:presLayoutVars>
      </dgm:prSet>
      <dgm:spPr/>
    </dgm:pt>
    <dgm:pt modelId="{AFBEDC7B-77EA-4699-815E-5D9829B54470}" type="pres">
      <dgm:prSet presAssocID="{75C2455E-C6F2-4A84-B5F4-75496BA4DDBF}" presName="rootComposite" presStyleCnt="0"/>
      <dgm:spPr/>
    </dgm:pt>
    <dgm:pt modelId="{F10DB858-D7E5-4190-B06B-BCCBDA214023}" type="pres">
      <dgm:prSet presAssocID="{75C2455E-C6F2-4A84-B5F4-75496BA4DDBF}" presName="rootText" presStyleLbl="node2" presStyleIdx="3" presStyleCnt="4">
        <dgm:presLayoutVars>
          <dgm:chPref val="3"/>
        </dgm:presLayoutVars>
      </dgm:prSet>
      <dgm:spPr/>
    </dgm:pt>
    <dgm:pt modelId="{67930E56-2B75-4F69-83B7-74509CB2ABDB}" type="pres">
      <dgm:prSet presAssocID="{75C2455E-C6F2-4A84-B5F4-75496BA4DDBF}" presName="rootConnector" presStyleLbl="node2" presStyleIdx="3" presStyleCnt="4"/>
      <dgm:spPr/>
    </dgm:pt>
    <dgm:pt modelId="{92DF23A8-FDA9-4FE0-819D-E3CED06F1C10}" type="pres">
      <dgm:prSet presAssocID="{75C2455E-C6F2-4A84-B5F4-75496BA4DDBF}" presName="hierChild4" presStyleCnt="0"/>
      <dgm:spPr/>
    </dgm:pt>
    <dgm:pt modelId="{EA56D24D-5F4C-4D7D-B8E7-55CE8030B0C0}" type="pres">
      <dgm:prSet presAssocID="{75C2455E-C6F2-4A84-B5F4-75496BA4DDBF}" presName="hierChild5" presStyleCnt="0"/>
      <dgm:spPr/>
    </dgm:pt>
    <dgm:pt modelId="{E10BB3A5-CD9E-4190-BDBD-44232D8DB553}" type="pres">
      <dgm:prSet presAssocID="{DCAD5018-F351-47B4-94A3-BE3E3F1F3572}" presName="hierChild3" presStyleCnt="0"/>
      <dgm:spPr/>
    </dgm:pt>
  </dgm:ptLst>
  <dgm:cxnLst>
    <dgm:cxn modelId="{CE1B9906-51D7-4084-87EE-D4BC076A0D05}" type="presOf" srcId="{C121FD4A-6079-4518-A3F7-139B91033937}" destId="{04E6BFB6-2B28-4BF9-82A0-21B8523974DD}" srcOrd="0" destOrd="0" presId="urn:microsoft.com/office/officeart/2005/8/layout/orgChart1"/>
    <dgm:cxn modelId="{5C640A16-AFA3-45AB-9B7A-0428B49C1C0D}" type="presOf" srcId="{241843AB-03AB-4FC6-9596-ADC517945BD0}" destId="{CF9EB66F-FCD8-4006-A801-C8B5A6C1B93A}" srcOrd="0" destOrd="0" presId="urn:microsoft.com/office/officeart/2005/8/layout/orgChart1"/>
    <dgm:cxn modelId="{DC021A2D-EE42-4088-B27A-49F9F74BE35F}" type="presOf" srcId="{16F5A147-3B0B-4081-B3DD-1AF3B9CA01D3}" destId="{7DC44A90-C3BA-4207-BF85-67CED3CCD11D}" srcOrd="0" destOrd="0" presId="urn:microsoft.com/office/officeart/2005/8/layout/orgChart1"/>
    <dgm:cxn modelId="{E29D3230-B003-49D2-A607-F74C322C1D37}" type="presOf" srcId="{75C2455E-C6F2-4A84-B5F4-75496BA4DDBF}" destId="{67930E56-2B75-4F69-83B7-74509CB2ABDB}" srcOrd="1" destOrd="0" presId="urn:microsoft.com/office/officeart/2005/8/layout/orgChart1"/>
    <dgm:cxn modelId="{9AA6633D-44FC-4B33-87DB-3847841D63C3}" srcId="{DCAD5018-F351-47B4-94A3-BE3E3F1F3572}" destId="{75C2455E-C6F2-4A84-B5F4-75496BA4DDBF}" srcOrd="3" destOrd="0" parTransId="{C121FD4A-6079-4518-A3F7-139B91033937}" sibTransId="{65BB18C0-51C4-45D7-9F49-DF476BD359CB}"/>
    <dgm:cxn modelId="{61708560-FB89-4232-9493-E2E03B0E44A9}" type="presOf" srcId="{A761C96B-51FB-481A-BFEA-DA4DBE4C8770}" destId="{F52A9686-3EC1-429A-A29E-7EB668A6C720}" srcOrd="0" destOrd="0" presId="urn:microsoft.com/office/officeart/2005/8/layout/orgChart1"/>
    <dgm:cxn modelId="{9F997D6B-D573-4941-8228-142C88B26523}" srcId="{DCAD5018-F351-47B4-94A3-BE3E3F1F3572}" destId="{A761C96B-51FB-481A-BFEA-DA4DBE4C8770}" srcOrd="1" destOrd="0" parTransId="{43FF4666-A23E-4A20-A366-46DCE52C3AAD}" sibTransId="{266F814E-D31D-4F1B-94D2-94BC796B9FAB}"/>
    <dgm:cxn modelId="{191ADA51-6CAA-4DC2-8203-C1D4E3439335}" type="presOf" srcId="{DCAD5018-F351-47B4-94A3-BE3E3F1F3572}" destId="{7C9B59E7-F5BA-41F3-A731-7A583A93C1F3}" srcOrd="0" destOrd="0" presId="urn:microsoft.com/office/officeart/2005/8/layout/orgChart1"/>
    <dgm:cxn modelId="{58ECEFA6-ACD6-4F68-A7F7-051506146025}" type="presOf" srcId="{0C3E9332-BF9F-4E48-8BCC-6911BE7738E0}" destId="{B794D3D1-618A-4E47-A5D0-E61A130B1F67}" srcOrd="0" destOrd="0" presId="urn:microsoft.com/office/officeart/2005/8/layout/orgChart1"/>
    <dgm:cxn modelId="{ACE002B8-4B15-46DE-81CF-03FFDFDB461A}" srcId="{DCAD5018-F351-47B4-94A3-BE3E3F1F3572}" destId="{241843AB-03AB-4FC6-9596-ADC517945BD0}" srcOrd="2" destOrd="0" parTransId="{6F17F8FC-BEF3-4228-BD49-7CFB00DC4A86}" sibTransId="{E741CB90-3C52-43A9-893D-07220CE803FA}"/>
    <dgm:cxn modelId="{E514AFBD-E218-4743-87BA-16D0E682752A}" type="presOf" srcId="{6F17F8FC-BEF3-4228-BD49-7CFB00DC4A86}" destId="{444A22DB-7534-44C1-A464-0E2C9344F19F}" srcOrd="0" destOrd="0" presId="urn:microsoft.com/office/officeart/2005/8/layout/orgChart1"/>
    <dgm:cxn modelId="{082D48BF-C6A4-4FA3-8B4D-EAD776DDC7F2}" type="presOf" srcId="{DCAD5018-F351-47B4-94A3-BE3E3F1F3572}" destId="{75DA7037-12D2-4A7A-B827-D6D87069DBC7}" srcOrd="1" destOrd="0" presId="urn:microsoft.com/office/officeart/2005/8/layout/orgChart1"/>
    <dgm:cxn modelId="{4440EDC8-0CA7-4717-A1CB-CB3C85FCFB65}" type="presOf" srcId="{75C2455E-C6F2-4A84-B5F4-75496BA4DDBF}" destId="{F10DB858-D7E5-4190-B06B-BCCBDA214023}" srcOrd="0" destOrd="0" presId="urn:microsoft.com/office/officeart/2005/8/layout/orgChart1"/>
    <dgm:cxn modelId="{35BEB3CA-77AA-49FE-A276-EEFA4EF7F884}" srcId="{DCAD5018-F351-47B4-94A3-BE3E3F1F3572}" destId="{16F5A147-3B0B-4081-B3DD-1AF3B9CA01D3}" srcOrd="0" destOrd="0" parTransId="{0C3E9332-BF9F-4E48-8BCC-6911BE7738E0}" sibTransId="{99331373-DA01-4EBA-B217-8F53027317F9}"/>
    <dgm:cxn modelId="{210ED3CD-64E6-485F-9EDB-0F8A27F11DDA}" type="presOf" srcId="{D09CE2DA-7DBB-4D97-B7F6-35FF3470E5CE}" destId="{A03B3271-529A-4EAD-83FC-4037B6DA1CF2}" srcOrd="0" destOrd="0" presId="urn:microsoft.com/office/officeart/2005/8/layout/orgChart1"/>
    <dgm:cxn modelId="{B3A784E6-9BFA-46D1-8475-1EC8692930E9}" type="presOf" srcId="{A761C96B-51FB-481A-BFEA-DA4DBE4C8770}" destId="{0B0B7904-A364-4523-B9AB-9E10BF0CF93B}" srcOrd="1" destOrd="0" presId="urn:microsoft.com/office/officeart/2005/8/layout/orgChart1"/>
    <dgm:cxn modelId="{B715A5EB-BD41-4EC9-B44C-707BA493FA0A}" type="presOf" srcId="{43FF4666-A23E-4A20-A366-46DCE52C3AAD}" destId="{C8AD4012-46CC-4688-80E5-5D2CB8083808}" srcOrd="0" destOrd="0" presId="urn:microsoft.com/office/officeart/2005/8/layout/orgChart1"/>
    <dgm:cxn modelId="{9F6745EE-C840-4B7B-AB52-3C539484731E}" type="presOf" srcId="{16F5A147-3B0B-4081-B3DD-1AF3B9CA01D3}" destId="{58F3ED38-40A3-4119-9A8F-0EAF988D5A7A}" srcOrd="1" destOrd="0" presId="urn:microsoft.com/office/officeart/2005/8/layout/orgChart1"/>
    <dgm:cxn modelId="{44C80DF3-1C3D-4DF8-8A59-5B68856A8A71}" type="presOf" srcId="{241843AB-03AB-4FC6-9596-ADC517945BD0}" destId="{611F0730-8B31-430A-B245-DA35E51326BC}" srcOrd="1" destOrd="0" presId="urn:microsoft.com/office/officeart/2005/8/layout/orgChart1"/>
    <dgm:cxn modelId="{AF62B5F7-ECDC-4C19-B9BB-94695463CB65}" srcId="{D09CE2DA-7DBB-4D97-B7F6-35FF3470E5CE}" destId="{DCAD5018-F351-47B4-94A3-BE3E3F1F3572}" srcOrd="0" destOrd="0" parTransId="{0E0C49DE-ADB4-49BA-99C4-430648DC43D0}" sibTransId="{63CF8602-3D12-4EAC-BB8E-4643202F279E}"/>
    <dgm:cxn modelId="{CE5C496F-C2F1-46E1-B24D-CD85B6E4E360}" type="presParOf" srcId="{A03B3271-529A-4EAD-83FC-4037B6DA1CF2}" destId="{120784A3-742A-407D-8FB7-5EE2D5A5CD44}" srcOrd="0" destOrd="0" presId="urn:microsoft.com/office/officeart/2005/8/layout/orgChart1"/>
    <dgm:cxn modelId="{CAFD38FC-039D-45EE-9A98-5615FB937626}" type="presParOf" srcId="{120784A3-742A-407D-8FB7-5EE2D5A5CD44}" destId="{91BA8709-4D2F-4025-9D12-3335EEF67136}" srcOrd="0" destOrd="0" presId="urn:microsoft.com/office/officeart/2005/8/layout/orgChart1"/>
    <dgm:cxn modelId="{2DF46E27-A2FA-4623-87F4-A41E8FA56CA1}" type="presParOf" srcId="{91BA8709-4D2F-4025-9D12-3335EEF67136}" destId="{7C9B59E7-F5BA-41F3-A731-7A583A93C1F3}" srcOrd="0" destOrd="0" presId="urn:microsoft.com/office/officeart/2005/8/layout/orgChart1"/>
    <dgm:cxn modelId="{FF5CC666-EDAD-4DD3-9D59-4748D3FC5738}" type="presParOf" srcId="{91BA8709-4D2F-4025-9D12-3335EEF67136}" destId="{75DA7037-12D2-4A7A-B827-D6D87069DBC7}" srcOrd="1" destOrd="0" presId="urn:microsoft.com/office/officeart/2005/8/layout/orgChart1"/>
    <dgm:cxn modelId="{6E9A6731-DD78-43E4-907A-210259B1DA0A}" type="presParOf" srcId="{120784A3-742A-407D-8FB7-5EE2D5A5CD44}" destId="{8A761CEF-CF3C-455B-AF04-941F321723AF}" srcOrd="1" destOrd="0" presId="urn:microsoft.com/office/officeart/2005/8/layout/orgChart1"/>
    <dgm:cxn modelId="{2B674260-8451-4ED0-957E-DA7636C9EBFC}" type="presParOf" srcId="{8A761CEF-CF3C-455B-AF04-941F321723AF}" destId="{B794D3D1-618A-4E47-A5D0-E61A130B1F67}" srcOrd="0" destOrd="0" presId="urn:microsoft.com/office/officeart/2005/8/layout/orgChart1"/>
    <dgm:cxn modelId="{F7B72BCF-7791-40C7-AC0E-F27E48986E94}" type="presParOf" srcId="{8A761CEF-CF3C-455B-AF04-941F321723AF}" destId="{339D082D-9DE0-4D1D-8EC4-16C7D029BC6D}" srcOrd="1" destOrd="0" presId="urn:microsoft.com/office/officeart/2005/8/layout/orgChart1"/>
    <dgm:cxn modelId="{689493F3-27AC-4A9D-980D-F5F858A9D4D3}" type="presParOf" srcId="{339D082D-9DE0-4D1D-8EC4-16C7D029BC6D}" destId="{36983EE2-E102-41EF-9DCF-C5EDC2CA0012}" srcOrd="0" destOrd="0" presId="urn:microsoft.com/office/officeart/2005/8/layout/orgChart1"/>
    <dgm:cxn modelId="{C1D956B9-3DA1-4883-862D-8CC7A27E1C69}" type="presParOf" srcId="{36983EE2-E102-41EF-9DCF-C5EDC2CA0012}" destId="{7DC44A90-C3BA-4207-BF85-67CED3CCD11D}" srcOrd="0" destOrd="0" presId="urn:microsoft.com/office/officeart/2005/8/layout/orgChart1"/>
    <dgm:cxn modelId="{257D263A-6EDA-47BD-8B1A-2CAC83347823}" type="presParOf" srcId="{36983EE2-E102-41EF-9DCF-C5EDC2CA0012}" destId="{58F3ED38-40A3-4119-9A8F-0EAF988D5A7A}" srcOrd="1" destOrd="0" presId="urn:microsoft.com/office/officeart/2005/8/layout/orgChart1"/>
    <dgm:cxn modelId="{D41771FC-FC9B-4201-BD00-84174290E1EA}" type="presParOf" srcId="{339D082D-9DE0-4D1D-8EC4-16C7D029BC6D}" destId="{BFF42769-EA64-46D4-A692-08C6212635B6}" srcOrd="1" destOrd="0" presId="urn:microsoft.com/office/officeart/2005/8/layout/orgChart1"/>
    <dgm:cxn modelId="{FD88EB5E-E611-4DEC-B5EC-E0EA590901D3}" type="presParOf" srcId="{339D082D-9DE0-4D1D-8EC4-16C7D029BC6D}" destId="{7753E17F-0144-4158-A42F-BB0140C90CFE}" srcOrd="2" destOrd="0" presId="urn:microsoft.com/office/officeart/2005/8/layout/orgChart1"/>
    <dgm:cxn modelId="{39817519-046F-4343-A252-A4986BD89F77}" type="presParOf" srcId="{8A761CEF-CF3C-455B-AF04-941F321723AF}" destId="{C8AD4012-46CC-4688-80E5-5D2CB8083808}" srcOrd="2" destOrd="0" presId="urn:microsoft.com/office/officeart/2005/8/layout/orgChart1"/>
    <dgm:cxn modelId="{B05E3178-758B-4DFD-A517-FB15FDC6678C}" type="presParOf" srcId="{8A761CEF-CF3C-455B-AF04-941F321723AF}" destId="{52F2A943-D6E7-4906-8BF1-5D91A3100885}" srcOrd="3" destOrd="0" presId="urn:microsoft.com/office/officeart/2005/8/layout/orgChart1"/>
    <dgm:cxn modelId="{33784C2E-42AE-4B0C-9781-4FE148795AE7}" type="presParOf" srcId="{52F2A943-D6E7-4906-8BF1-5D91A3100885}" destId="{6F21FA3B-9D8C-43C3-821C-B6372D02B7D1}" srcOrd="0" destOrd="0" presId="urn:microsoft.com/office/officeart/2005/8/layout/orgChart1"/>
    <dgm:cxn modelId="{852794A3-683B-4DFB-BFB6-D857A76D3DC6}" type="presParOf" srcId="{6F21FA3B-9D8C-43C3-821C-B6372D02B7D1}" destId="{F52A9686-3EC1-429A-A29E-7EB668A6C720}" srcOrd="0" destOrd="0" presId="urn:microsoft.com/office/officeart/2005/8/layout/orgChart1"/>
    <dgm:cxn modelId="{32CF9C64-AD8E-4BFC-9A9D-271985C258B8}" type="presParOf" srcId="{6F21FA3B-9D8C-43C3-821C-B6372D02B7D1}" destId="{0B0B7904-A364-4523-B9AB-9E10BF0CF93B}" srcOrd="1" destOrd="0" presId="urn:microsoft.com/office/officeart/2005/8/layout/orgChart1"/>
    <dgm:cxn modelId="{CD94B0D5-95BE-43A3-A7D3-EE95020A80E4}" type="presParOf" srcId="{52F2A943-D6E7-4906-8BF1-5D91A3100885}" destId="{7388662E-184F-48F3-B2C1-E573099ACE52}" srcOrd="1" destOrd="0" presId="urn:microsoft.com/office/officeart/2005/8/layout/orgChart1"/>
    <dgm:cxn modelId="{114C4592-CB02-4D2F-AE0B-EE800D895029}" type="presParOf" srcId="{52F2A943-D6E7-4906-8BF1-5D91A3100885}" destId="{7AAE1CE1-0B40-4B79-8EEC-C9D4E9DD62BA}" srcOrd="2" destOrd="0" presId="urn:microsoft.com/office/officeart/2005/8/layout/orgChart1"/>
    <dgm:cxn modelId="{6CF0F41E-3DFC-44FB-A229-CF6255C16D55}" type="presParOf" srcId="{8A761CEF-CF3C-455B-AF04-941F321723AF}" destId="{444A22DB-7534-44C1-A464-0E2C9344F19F}" srcOrd="4" destOrd="0" presId="urn:microsoft.com/office/officeart/2005/8/layout/orgChart1"/>
    <dgm:cxn modelId="{3EFF9455-6B81-4B44-A615-8B48C1DBF835}" type="presParOf" srcId="{8A761CEF-CF3C-455B-AF04-941F321723AF}" destId="{AB166F42-AA37-4E2F-B4A6-586F15BF02CC}" srcOrd="5" destOrd="0" presId="urn:microsoft.com/office/officeart/2005/8/layout/orgChart1"/>
    <dgm:cxn modelId="{C1DBC84E-0C62-4AE5-8D46-6E173C86BA8A}" type="presParOf" srcId="{AB166F42-AA37-4E2F-B4A6-586F15BF02CC}" destId="{476DE242-1CE2-424D-A691-4DF4656767A0}" srcOrd="0" destOrd="0" presId="urn:microsoft.com/office/officeart/2005/8/layout/orgChart1"/>
    <dgm:cxn modelId="{F0F76E77-DA96-40F0-BCB8-190C7A6C5963}" type="presParOf" srcId="{476DE242-1CE2-424D-A691-4DF4656767A0}" destId="{CF9EB66F-FCD8-4006-A801-C8B5A6C1B93A}" srcOrd="0" destOrd="0" presId="urn:microsoft.com/office/officeart/2005/8/layout/orgChart1"/>
    <dgm:cxn modelId="{D2D4785E-E2C1-44BA-AB80-494E472EEE28}" type="presParOf" srcId="{476DE242-1CE2-424D-A691-4DF4656767A0}" destId="{611F0730-8B31-430A-B245-DA35E51326BC}" srcOrd="1" destOrd="0" presId="urn:microsoft.com/office/officeart/2005/8/layout/orgChart1"/>
    <dgm:cxn modelId="{64D4AC39-AD48-4187-90C5-61D7D860B3E9}" type="presParOf" srcId="{AB166F42-AA37-4E2F-B4A6-586F15BF02CC}" destId="{AB8B7E6E-1B35-41FF-91A0-121FE9F82226}" srcOrd="1" destOrd="0" presId="urn:microsoft.com/office/officeart/2005/8/layout/orgChart1"/>
    <dgm:cxn modelId="{CD301578-ED74-4885-94AA-CD2AA0D96776}" type="presParOf" srcId="{AB166F42-AA37-4E2F-B4A6-586F15BF02CC}" destId="{4F81A69F-9E54-4115-95C6-FF88C96C25D5}" srcOrd="2" destOrd="0" presId="urn:microsoft.com/office/officeart/2005/8/layout/orgChart1"/>
    <dgm:cxn modelId="{2D29E88B-23EE-4F85-B66F-153EA77DA560}" type="presParOf" srcId="{8A761CEF-CF3C-455B-AF04-941F321723AF}" destId="{04E6BFB6-2B28-4BF9-82A0-21B8523974DD}" srcOrd="6" destOrd="0" presId="urn:microsoft.com/office/officeart/2005/8/layout/orgChart1"/>
    <dgm:cxn modelId="{1A636350-AC1F-4AFF-A839-4A384DD834E2}" type="presParOf" srcId="{8A761CEF-CF3C-455B-AF04-941F321723AF}" destId="{B6BC251A-3394-4A57-8FAC-28604D773DA1}" srcOrd="7" destOrd="0" presId="urn:microsoft.com/office/officeart/2005/8/layout/orgChart1"/>
    <dgm:cxn modelId="{647EE398-CB6A-4041-8915-9A250D203963}" type="presParOf" srcId="{B6BC251A-3394-4A57-8FAC-28604D773DA1}" destId="{AFBEDC7B-77EA-4699-815E-5D9829B54470}" srcOrd="0" destOrd="0" presId="urn:microsoft.com/office/officeart/2005/8/layout/orgChart1"/>
    <dgm:cxn modelId="{C20CC206-3B8F-4DB0-8602-D854AB7B41A9}" type="presParOf" srcId="{AFBEDC7B-77EA-4699-815E-5D9829B54470}" destId="{F10DB858-D7E5-4190-B06B-BCCBDA214023}" srcOrd="0" destOrd="0" presId="urn:microsoft.com/office/officeart/2005/8/layout/orgChart1"/>
    <dgm:cxn modelId="{0F9E3557-8A9F-46F1-BACD-6D7786B1BB6F}" type="presParOf" srcId="{AFBEDC7B-77EA-4699-815E-5D9829B54470}" destId="{67930E56-2B75-4F69-83B7-74509CB2ABDB}" srcOrd="1" destOrd="0" presId="urn:microsoft.com/office/officeart/2005/8/layout/orgChart1"/>
    <dgm:cxn modelId="{9356C476-C6D0-49A5-BAC0-7D63F81D976E}" type="presParOf" srcId="{B6BC251A-3394-4A57-8FAC-28604D773DA1}" destId="{92DF23A8-FDA9-4FE0-819D-E3CED06F1C10}" srcOrd="1" destOrd="0" presId="urn:microsoft.com/office/officeart/2005/8/layout/orgChart1"/>
    <dgm:cxn modelId="{331EEAF9-3194-4219-A9EB-5FD4A139C526}" type="presParOf" srcId="{B6BC251A-3394-4A57-8FAC-28604D773DA1}" destId="{EA56D24D-5F4C-4D7D-B8E7-55CE8030B0C0}" srcOrd="2" destOrd="0" presId="urn:microsoft.com/office/officeart/2005/8/layout/orgChart1"/>
    <dgm:cxn modelId="{8CA2ACCB-4EC6-4E26-AE82-E9AA1C331070}" type="presParOf" srcId="{120784A3-742A-407D-8FB7-5EE2D5A5CD44}" destId="{E10BB3A5-CD9E-4190-BDBD-44232D8DB55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691734-A911-4B66-80B8-4B0B07D82AE1}" type="doc">
      <dgm:prSet loTypeId="urn:microsoft.com/office/officeart/2026/layout/SmallDotsHorizont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7E150287-B111-4C86-8722-ED117FC07CCA}">
      <dgm:prSet phldrT="Title" phldr="0">
        <dgm:extLst>
          <a:ext uri="{C7F2D5A4-9E3B-4C8F-A7D2-1F8E9B6C4A30}">
            <msodIdLoc:phldrLoc xmlns:msodIdLoc="http://schemas.microsoft.com/office/drawing/2026/04/diagram/placeholderloc" id="msoidsIgxPlaceholderTitle"/>
          </a:ext>
        </dgm:extLst>
      </dgm:prSet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ZA" dirty="0"/>
            <a:t>AUG</a:t>
          </a:r>
        </a:p>
      </dgm:t>
    </dgm:pt>
    <dgm:pt modelId="{2B1D6AB3-EAD8-40BD-97E7-80DBD7121637}" type="parTrans" cxnId="{A99800A7-C0D7-48E1-BBCD-608FD5E5F68D}">
      <dgm:prSet/>
      <dgm:spPr/>
      <dgm:t>
        <a:bodyPr/>
        <a:lstStyle/>
        <a:p>
          <a:endParaRPr lang="en-ZA"/>
        </a:p>
      </dgm:t>
    </dgm:pt>
    <dgm:pt modelId="{77E7186B-07C4-4150-A87B-D96BF65E0248}" type="sibTrans" cxnId="{A99800A7-C0D7-48E1-BBCD-608FD5E5F68D}">
      <dgm:prSet/>
      <dgm:spPr/>
      <dgm:t>
        <a:bodyPr/>
        <a:lstStyle/>
        <a:p>
          <a:endParaRPr lang="en-ZA"/>
        </a:p>
      </dgm:t>
    </dgm:pt>
    <dgm:pt modelId="{828CAA2A-B23F-4EAF-A3EE-FED179D1EA95}">
      <dgm:prSet phldrT="Description" phldr="0">
        <dgm:extLst>
          <a:ext uri="{C7F2D5A4-9E3B-4C8F-A7D2-1F8E9B6C4A30}">
            <msodIdLoc:phldrLoc xmlns:msodIdLoc="http://schemas.microsoft.com/office/drawing/2026/04/diagram/placeholderloc" id="msoidsIgxPlaceholderDescription"/>
          </a:ext>
        </dgm:extLst>
      </dgm:prSet>
      <dgm:spPr/>
      <dgm:t>
        <a:bodyPr/>
        <a:lstStyle/>
        <a:p>
          <a:pPr algn="ctr">
            <a:buNone/>
          </a:pPr>
          <a:r>
            <a:rPr lang="en-ZA" dirty="0"/>
            <a:t>Test components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ZA" dirty="0"/>
            <a:t>Sensors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ZA" dirty="0"/>
            <a:t>Driver and motors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ZA" dirty="0"/>
            <a:t>Refine Frame</a:t>
          </a:r>
        </a:p>
      </dgm:t>
    </dgm:pt>
    <dgm:pt modelId="{775E8A00-F010-47F5-8F99-407AB108021E}" type="parTrans" cxnId="{5EC3CF57-4408-433E-8197-242830A99AE8}">
      <dgm:prSet/>
      <dgm:spPr/>
      <dgm:t>
        <a:bodyPr/>
        <a:lstStyle/>
        <a:p>
          <a:endParaRPr lang="en-ZA"/>
        </a:p>
      </dgm:t>
    </dgm:pt>
    <dgm:pt modelId="{176C8AEF-03D7-4257-8CD9-1297CC07CE13}" type="sibTrans" cxnId="{5EC3CF57-4408-433E-8197-242830A99AE8}">
      <dgm:prSet/>
      <dgm:spPr/>
      <dgm:t>
        <a:bodyPr/>
        <a:lstStyle/>
        <a:p>
          <a:endParaRPr lang="en-ZA"/>
        </a:p>
      </dgm:t>
    </dgm:pt>
    <dgm:pt modelId="{39EFBAC5-00FB-4248-9BB2-F56456477DCE}">
      <dgm:prSet phldrT="Title" phldr="0">
        <dgm:extLst>
          <a:ext uri="{C7F2D5A4-9E3B-4C8F-A7D2-1F8E9B6C4A30}">
            <msodIdLoc:phldrLoc xmlns:msodIdLoc="http://schemas.microsoft.com/office/drawing/2026/04/diagram/placeholderloc" id="msoidsIgxPlaceholderTitle"/>
          </a:ext>
        </dgm:extLst>
      </dgm:prSet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ZA" dirty="0"/>
            <a:t>SEPT</a:t>
          </a:r>
        </a:p>
      </dgm:t>
    </dgm:pt>
    <dgm:pt modelId="{1AB16F38-C4D5-4EB8-80FC-B7D6A094C0E5}" type="parTrans" cxnId="{DE3F71AC-0C23-4303-98BD-7BFF052DB02F}">
      <dgm:prSet/>
      <dgm:spPr/>
      <dgm:t>
        <a:bodyPr/>
        <a:lstStyle/>
        <a:p>
          <a:endParaRPr lang="en-ZA"/>
        </a:p>
      </dgm:t>
    </dgm:pt>
    <dgm:pt modelId="{3265124B-86E5-4C82-AEA3-8DC6DC2B0C63}" type="sibTrans" cxnId="{DE3F71AC-0C23-4303-98BD-7BFF052DB02F}">
      <dgm:prSet/>
      <dgm:spPr/>
      <dgm:t>
        <a:bodyPr/>
        <a:lstStyle/>
        <a:p>
          <a:endParaRPr lang="en-ZA"/>
        </a:p>
      </dgm:t>
    </dgm:pt>
    <dgm:pt modelId="{D2DBE255-ADC3-4B24-B64F-C70392BB750B}">
      <dgm:prSet phldrT="Description" phldr="0">
        <dgm:extLst>
          <a:ext uri="{C7F2D5A4-9E3B-4C8F-A7D2-1F8E9B6C4A30}">
            <msodIdLoc:phldrLoc xmlns:msodIdLoc="http://schemas.microsoft.com/office/drawing/2026/04/diagram/placeholderloc" id="msoidsIgxPlaceholderDescription"/>
          </a:ext>
        </dgm:extLst>
      </dgm:prSet>
      <dgm:spPr/>
      <dgm:t>
        <a:bodyPr/>
        <a:lstStyle/>
        <a:p>
          <a:r>
            <a:rPr lang="en-ZA" dirty="0"/>
            <a:t>Code strategy</a:t>
          </a:r>
        </a:p>
        <a:p>
          <a:r>
            <a:rPr lang="en-ZA" dirty="0"/>
            <a:t>Implement PID</a:t>
          </a:r>
        </a:p>
        <a:p>
          <a:r>
            <a:rPr lang="en-ZA" dirty="0"/>
            <a:t>Tune based on performance</a:t>
          </a:r>
        </a:p>
      </dgm:t>
    </dgm:pt>
    <dgm:pt modelId="{0B2996FC-DFF1-4E34-BF0F-4FCDB309F15D}" type="parTrans" cxnId="{719851EF-6B3E-4FAA-8E4B-112C46903984}">
      <dgm:prSet/>
      <dgm:spPr/>
      <dgm:t>
        <a:bodyPr/>
        <a:lstStyle/>
        <a:p>
          <a:endParaRPr lang="en-ZA"/>
        </a:p>
      </dgm:t>
    </dgm:pt>
    <dgm:pt modelId="{8E1DC08B-9736-4CD7-8BA4-0CDFEE5346BB}" type="sibTrans" cxnId="{719851EF-6B3E-4FAA-8E4B-112C46903984}">
      <dgm:prSet/>
      <dgm:spPr/>
      <dgm:t>
        <a:bodyPr/>
        <a:lstStyle/>
        <a:p>
          <a:endParaRPr lang="en-ZA"/>
        </a:p>
      </dgm:t>
    </dgm:pt>
    <dgm:pt modelId="{EA1A4B63-1AA2-4B75-BE6F-C176F7EEC3A5}">
      <dgm:prSet phldrT="Title" phldr="0">
        <dgm:extLst>
          <a:ext uri="{C7F2D5A4-9E3B-4C8F-A7D2-1F8E9B6C4A30}">
            <msodIdLoc:phldrLoc xmlns:msodIdLoc="http://schemas.microsoft.com/office/drawing/2026/04/diagram/placeholderloc" id="msoidsIgxPlaceholderTitle"/>
          </a:ext>
        </dgm:extLst>
      </dgm:prSet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ZA" dirty="0"/>
            <a:t>OCT</a:t>
          </a:r>
        </a:p>
      </dgm:t>
    </dgm:pt>
    <dgm:pt modelId="{86E9EE86-6F33-4B86-A767-B9625F8B60E3}" type="parTrans" cxnId="{9BCE9721-E0D2-4599-80F6-386BF7A8321E}">
      <dgm:prSet/>
      <dgm:spPr/>
      <dgm:t>
        <a:bodyPr/>
        <a:lstStyle/>
        <a:p>
          <a:endParaRPr lang="en-ZA"/>
        </a:p>
      </dgm:t>
    </dgm:pt>
    <dgm:pt modelId="{010E7977-99D9-4FB9-BAA4-BCF217A58844}" type="sibTrans" cxnId="{9BCE9721-E0D2-4599-80F6-386BF7A8321E}">
      <dgm:prSet/>
      <dgm:spPr/>
      <dgm:t>
        <a:bodyPr/>
        <a:lstStyle/>
        <a:p>
          <a:endParaRPr lang="en-ZA"/>
        </a:p>
      </dgm:t>
    </dgm:pt>
    <dgm:pt modelId="{7DCA6310-0D5E-4504-8E67-C2EFBBCE5F82}">
      <dgm:prSet phldrT="Description" phldr="0">
        <dgm:extLst>
          <a:ext uri="{C7F2D5A4-9E3B-4C8F-A7D2-1F8E9B6C4A30}">
            <msodIdLoc:phldrLoc xmlns:msodIdLoc="http://schemas.microsoft.com/office/drawing/2026/04/diagram/placeholderloc" id="msoidsIgxPlaceholderDescription"/>
          </a:ext>
        </dgm:extLst>
      </dgm:prSet>
      <dgm:spPr/>
      <dgm:t>
        <a:bodyPr/>
        <a:lstStyle/>
        <a:p>
          <a:r>
            <a:rPr lang="en-ZA" dirty="0"/>
            <a:t>Clean up project</a:t>
          </a:r>
        </a:p>
        <a:p>
          <a:r>
            <a:rPr lang="en-ZA" dirty="0"/>
            <a:t>Modify parts if needed</a:t>
          </a:r>
        </a:p>
        <a:p>
          <a:r>
            <a:rPr lang="en-ZA" dirty="0"/>
            <a:t>Final report</a:t>
          </a:r>
        </a:p>
      </dgm:t>
    </dgm:pt>
    <dgm:pt modelId="{01F3C86A-E81E-4A6B-8AC8-F27E7DE09B5E}" type="parTrans" cxnId="{8DEDEE88-44C6-4446-B1B4-23B16A378336}">
      <dgm:prSet/>
      <dgm:spPr/>
      <dgm:t>
        <a:bodyPr/>
        <a:lstStyle/>
        <a:p>
          <a:endParaRPr lang="en-ZA"/>
        </a:p>
      </dgm:t>
    </dgm:pt>
    <dgm:pt modelId="{4ADABE76-7143-4A3C-AAFE-57A0670ED59E}" type="sibTrans" cxnId="{8DEDEE88-44C6-4446-B1B4-23B16A378336}">
      <dgm:prSet/>
      <dgm:spPr/>
      <dgm:t>
        <a:bodyPr/>
        <a:lstStyle/>
        <a:p>
          <a:endParaRPr lang="en-ZA"/>
        </a:p>
      </dgm:t>
    </dgm:pt>
    <dgm:pt modelId="{55AF82DE-682D-4FED-8A28-6B1C1C531791}">
      <dgm:prSet phldrT="Title" phldr="0">
        <dgm:extLst>
          <a:ext uri="{C7F2D5A4-9E3B-4C8F-A7D2-1F8E9B6C4A30}">
            <msodIdLoc:phldrLoc xmlns:msodIdLoc="http://schemas.microsoft.com/office/drawing/2026/04/diagram/placeholderloc" id="msoidsIgxPlaceholderTitle"/>
          </a:ext>
        </dgm:extLst>
      </dgm:prSet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ZA" dirty="0"/>
            <a:t>NOV</a:t>
          </a:r>
        </a:p>
      </dgm:t>
    </dgm:pt>
    <dgm:pt modelId="{98138D1F-2810-426B-94E7-D56C3DBECF20}" type="parTrans" cxnId="{7586C576-761F-4BAC-8E2B-1C1973629FBE}">
      <dgm:prSet/>
      <dgm:spPr/>
      <dgm:t>
        <a:bodyPr/>
        <a:lstStyle/>
        <a:p>
          <a:endParaRPr lang="en-ZA"/>
        </a:p>
      </dgm:t>
    </dgm:pt>
    <dgm:pt modelId="{38AB19AC-2131-4EFE-960A-DB7766F7DE0A}" type="sibTrans" cxnId="{7586C576-761F-4BAC-8E2B-1C1973629FBE}">
      <dgm:prSet/>
      <dgm:spPr/>
      <dgm:t>
        <a:bodyPr/>
        <a:lstStyle/>
        <a:p>
          <a:endParaRPr lang="en-ZA"/>
        </a:p>
      </dgm:t>
    </dgm:pt>
    <dgm:pt modelId="{D31C7EFB-2C0B-4658-BC97-B470E5BF1DFD}">
      <dgm:prSet phldrT="Description" phldr="0">
        <dgm:extLst>
          <a:ext uri="{C7F2D5A4-9E3B-4C8F-A7D2-1F8E9B6C4A30}">
            <msodIdLoc:phldrLoc xmlns:msodIdLoc="http://schemas.microsoft.com/office/drawing/2026/04/diagram/placeholderloc" id="msoidsIgxPlaceholderDescription"/>
          </a:ext>
        </dgm:extLst>
      </dgm:prSet>
      <dgm:spPr/>
      <dgm:t>
        <a:bodyPr/>
        <a:lstStyle/>
        <a:p>
          <a:r>
            <a:rPr lang="en-ZA" dirty="0"/>
            <a:t>Final presentation</a:t>
          </a:r>
        </a:p>
      </dgm:t>
    </dgm:pt>
    <dgm:pt modelId="{36595AE4-2607-4873-AA68-3C98C6D83894}" type="parTrans" cxnId="{90F8F9B1-D860-4A1D-B816-7E54979C224B}">
      <dgm:prSet/>
      <dgm:spPr/>
      <dgm:t>
        <a:bodyPr/>
        <a:lstStyle/>
        <a:p>
          <a:endParaRPr lang="en-ZA"/>
        </a:p>
      </dgm:t>
    </dgm:pt>
    <dgm:pt modelId="{EA7CA04D-98E3-40F7-A7C3-C5F1C54639FD}" type="sibTrans" cxnId="{90F8F9B1-D860-4A1D-B816-7E54979C224B}">
      <dgm:prSet/>
      <dgm:spPr/>
      <dgm:t>
        <a:bodyPr/>
        <a:lstStyle/>
        <a:p>
          <a:endParaRPr lang="en-ZA"/>
        </a:p>
      </dgm:t>
    </dgm:pt>
    <dgm:pt modelId="{2C9EA6E4-37BF-432F-8935-6C94154ADBC6}" type="pres">
      <dgm:prSet presAssocID="{7F691734-A911-4B66-80B8-4B0B07D82AE1}" presName="root" presStyleCnt="0">
        <dgm:presLayoutVars>
          <dgm:dir/>
          <dgm:resizeHandles val="exact"/>
        </dgm:presLayoutVars>
      </dgm:prSet>
      <dgm:spPr/>
    </dgm:pt>
    <dgm:pt modelId="{6D0FD8C8-8E20-4D4B-86E3-6CE302FD7922}" type="pres">
      <dgm:prSet presAssocID="{7F691734-A911-4B66-80B8-4B0B07D82AE1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C8E25002-5862-4372-AC58-5257C4B96B1B}" type="pres">
      <dgm:prSet presAssocID="{7F691734-A911-4B66-80B8-4B0B07D82AE1}" presName="itemsFlow" presStyleCnt="0"/>
      <dgm:spPr/>
    </dgm:pt>
    <dgm:pt modelId="{B4188985-6B0A-4F2A-BEC2-58B28B952A92}" type="pres">
      <dgm:prSet presAssocID="{7E150287-B111-4C86-8722-ED117FC07CCA}" presName="item" presStyleCnt="0"/>
      <dgm:spPr/>
    </dgm:pt>
    <dgm:pt modelId="{D0B66E55-8C5F-49A6-8733-1326010391CA}" type="pres">
      <dgm:prSet presAssocID="{7E150287-B111-4C86-8722-ED117FC07CCA}" presName="anchor" presStyleCnt="0"/>
      <dgm:spPr/>
    </dgm:pt>
    <dgm:pt modelId="{68040AE4-4B1E-49BA-9B5D-50C365040A9D}" type="pres">
      <dgm:prSet presAssocID="{7E150287-B111-4C86-8722-ED117FC07CCA}" presName="titleText" presStyleLbl="revTx" presStyleIdx="0" presStyleCnt="0">
        <dgm:presLayoutVars>
          <dgm:chMax val="0"/>
          <dgm:chPref val="0"/>
        </dgm:presLayoutVars>
      </dgm:prSet>
      <dgm:spPr/>
    </dgm:pt>
    <dgm:pt modelId="{C465777B-1EC8-4967-AF91-18D9D2A7A334}" type="pres">
      <dgm:prSet presAssocID="{7E150287-B111-4C86-8722-ED117FC07CCA}" presName="dot" presStyleLbl="node1" presStyleIdx="0" presStyleCnt="4"/>
      <dgm:spPr/>
    </dgm:pt>
    <dgm:pt modelId="{E2ADCDD0-E280-44F9-8237-784B073ECB27}" type="pres">
      <dgm:prSet presAssocID="{7E150287-B111-4C86-8722-ED117FC07CCA}" presName="descText" presStyleLbl="revTx" presStyleIdx="0" presStyleCnt="0">
        <dgm:presLayoutVars>
          <dgm:chMax val="0"/>
          <dgm:chPref val="0"/>
        </dgm:presLayoutVars>
      </dgm:prSet>
      <dgm:spPr/>
    </dgm:pt>
    <dgm:pt modelId="{E93491AA-299C-423E-8252-7CBCC997445E}" type="pres">
      <dgm:prSet presAssocID="{77E7186B-07C4-4150-A87B-D96BF65E0248}" presName="spacer" presStyleCnt="0"/>
      <dgm:spPr/>
    </dgm:pt>
    <dgm:pt modelId="{BB463801-73CF-4873-B958-D2DB2537ADFF}" type="pres">
      <dgm:prSet presAssocID="{39EFBAC5-00FB-4248-9BB2-F56456477DCE}" presName="item" presStyleCnt="0"/>
      <dgm:spPr/>
    </dgm:pt>
    <dgm:pt modelId="{E17A8B7C-A0E2-492C-A169-8F988D2A0E73}" type="pres">
      <dgm:prSet presAssocID="{39EFBAC5-00FB-4248-9BB2-F56456477DCE}" presName="anchor" presStyleCnt="0"/>
      <dgm:spPr/>
    </dgm:pt>
    <dgm:pt modelId="{0E422F91-5C7E-4BBD-9BA9-C4F81CCFCBFE}" type="pres">
      <dgm:prSet presAssocID="{39EFBAC5-00FB-4248-9BB2-F56456477DCE}" presName="titleText" presStyleLbl="revTx" presStyleIdx="0" presStyleCnt="0">
        <dgm:presLayoutVars>
          <dgm:chMax val="0"/>
          <dgm:chPref val="0"/>
        </dgm:presLayoutVars>
      </dgm:prSet>
      <dgm:spPr/>
    </dgm:pt>
    <dgm:pt modelId="{6424CA9C-B8DD-4AFD-A381-F6F95498EB87}" type="pres">
      <dgm:prSet presAssocID="{39EFBAC5-00FB-4248-9BB2-F56456477DCE}" presName="dot" presStyleLbl="node1" presStyleIdx="1" presStyleCnt="4"/>
      <dgm:spPr/>
    </dgm:pt>
    <dgm:pt modelId="{CF9DBD73-E0EE-43D7-BD75-8D0DE7A9A661}" type="pres">
      <dgm:prSet presAssocID="{39EFBAC5-00FB-4248-9BB2-F56456477DCE}" presName="descText" presStyleLbl="revTx" presStyleIdx="0" presStyleCnt="0">
        <dgm:presLayoutVars>
          <dgm:chMax val="0"/>
          <dgm:chPref val="0"/>
        </dgm:presLayoutVars>
      </dgm:prSet>
      <dgm:spPr/>
    </dgm:pt>
    <dgm:pt modelId="{3A682300-CF92-4377-B035-9391932EA877}" type="pres">
      <dgm:prSet presAssocID="{3265124B-86E5-4C82-AEA3-8DC6DC2B0C63}" presName="spacer" presStyleCnt="0"/>
      <dgm:spPr/>
    </dgm:pt>
    <dgm:pt modelId="{D55D1171-B145-4F67-A354-34AD3DF1C5F3}" type="pres">
      <dgm:prSet presAssocID="{EA1A4B63-1AA2-4B75-BE6F-C176F7EEC3A5}" presName="item" presStyleCnt="0"/>
      <dgm:spPr/>
    </dgm:pt>
    <dgm:pt modelId="{9B8BF0F8-4B5B-43C5-9FE8-B57FB523B0A5}" type="pres">
      <dgm:prSet presAssocID="{EA1A4B63-1AA2-4B75-BE6F-C176F7EEC3A5}" presName="anchor" presStyleCnt="0"/>
      <dgm:spPr/>
    </dgm:pt>
    <dgm:pt modelId="{D8C9F262-3753-4F60-B977-44C71E2DEC0F}" type="pres">
      <dgm:prSet presAssocID="{EA1A4B63-1AA2-4B75-BE6F-C176F7EEC3A5}" presName="titleText" presStyleLbl="revTx" presStyleIdx="0" presStyleCnt="0">
        <dgm:presLayoutVars>
          <dgm:chMax val="0"/>
          <dgm:chPref val="0"/>
        </dgm:presLayoutVars>
      </dgm:prSet>
      <dgm:spPr/>
    </dgm:pt>
    <dgm:pt modelId="{E996C3AA-C473-4C76-A5BC-89A6435628E7}" type="pres">
      <dgm:prSet presAssocID="{EA1A4B63-1AA2-4B75-BE6F-C176F7EEC3A5}" presName="dot" presStyleLbl="node1" presStyleIdx="2" presStyleCnt="4"/>
      <dgm:spPr/>
    </dgm:pt>
    <dgm:pt modelId="{75EE3250-9F82-4FF5-8D81-9E2EF7F58104}" type="pres">
      <dgm:prSet presAssocID="{EA1A4B63-1AA2-4B75-BE6F-C176F7EEC3A5}" presName="descText" presStyleLbl="revTx" presStyleIdx="0" presStyleCnt="0">
        <dgm:presLayoutVars>
          <dgm:chMax val="0"/>
          <dgm:chPref val="0"/>
        </dgm:presLayoutVars>
      </dgm:prSet>
      <dgm:spPr/>
    </dgm:pt>
    <dgm:pt modelId="{8994E5DD-02A8-4364-B460-3B4473E9B1D4}" type="pres">
      <dgm:prSet presAssocID="{010E7977-99D9-4FB9-BAA4-BCF217A58844}" presName="spacer" presStyleCnt="0"/>
      <dgm:spPr/>
    </dgm:pt>
    <dgm:pt modelId="{8AC75238-9205-4947-A184-B316EEAF557B}" type="pres">
      <dgm:prSet presAssocID="{55AF82DE-682D-4FED-8A28-6B1C1C531791}" presName="item" presStyleCnt="0"/>
      <dgm:spPr/>
    </dgm:pt>
    <dgm:pt modelId="{ABD519F8-8080-4E48-A826-A5DC445CE86F}" type="pres">
      <dgm:prSet presAssocID="{55AF82DE-682D-4FED-8A28-6B1C1C531791}" presName="anchor" presStyleCnt="0"/>
      <dgm:spPr/>
    </dgm:pt>
    <dgm:pt modelId="{EAC6EA4A-2113-4320-A2E0-674C385CEBD9}" type="pres">
      <dgm:prSet presAssocID="{55AF82DE-682D-4FED-8A28-6B1C1C531791}" presName="titleText" presStyleLbl="revTx" presStyleIdx="0" presStyleCnt="0">
        <dgm:presLayoutVars>
          <dgm:chMax val="0"/>
          <dgm:chPref val="0"/>
        </dgm:presLayoutVars>
      </dgm:prSet>
      <dgm:spPr/>
    </dgm:pt>
    <dgm:pt modelId="{8379A1C0-2B70-4471-B4C2-B5440A3F25D0}" type="pres">
      <dgm:prSet presAssocID="{55AF82DE-682D-4FED-8A28-6B1C1C531791}" presName="dot" presStyleLbl="node1" presStyleIdx="3" presStyleCnt="4"/>
      <dgm:spPr/>
    </dgm:pt>
    <dgm:pt modelId="{7BEF13E8-12D2-4349-A18C-4504E3A00459}" type="pres">
      <dgm:prSet presAssocID="{55AF82DE-682D-4FED-8A28-6B1C1C531791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C8694B07-7AF0-4516-AD7C-9C251D5AC3D1}" type="presOf" srcId="{EA1A4B63-1AA2-4B75-BE6F-C176F7EEC3A5}" destId="{D8C9F262-3753-4F60-B977-44C71E2DEC0F}" srcOrd="0" destOrd="0" presId="urn:microsoft.com/office/officeart/2026/layout/SmallDotsHorizontal"/>
    <dgm:cxn modelId="{9A540C0B-747B-4F76-AE36-570C62B4633A}" type="presOf" srcId="{39EFBAC5-00FB-4248-9BB2-F56456477DCE}" destId="{0E422F91-5C7E-4BBD-9BA9-C4F81CCFCBFE}" srcOrd="0" destOrd="0" presId="urn:microsoft.com/office/officeart/2026/layout/SmallDotsHorizontal"/>
    <dgm:cxn modelId="{6918370C-3922-4F4B-A989-63053E080BA6}" type="presOf" srcId="{7F691734-A911-4B66-80B8-4B0B07D82AE1}" destId="{2C9EA6E4-37BF-432F-8935-6C94154ADBC6}" srcOrd="0" destOrd="0" presId="urn:microsoft.com/office/officeart/2026/layout/SmallDotsHorizontal"/>
    <dgm:cxn modelId="{9BCE9721-E0D2-4599-80F6-386BF7A8321E}" srcId="{7F691734-A911-4B66-80B8-4B0B07D82AE1}" destId="{EA1A4B63-1AA2-4B75-BE6F-C176F7EEC3A5}" srcOrd="2" destOrd="0" parTransId="{86E9EE86-6F33-4B86-A767-B9625F8B60E3}" sibTransId="{010E7977-99D9-4FB9-BAA4-BCF217A58844}"/>
    <dgm:cxn modelId="{753A7524-27E6-4261-B154-5F3EC0CCDC0F}" type="presOf" srcId="{D2DBE255-ADC3-4B24-B64F-C70392BB750B}" destId="{CF9DBD73-E0EE-43D7-BD75-8D0DE7A9A661}" srcOrd="0" destOrd="0" presId="urn:microsoft.com/office/officeart/2026/layout/SmallDotsHorizontal"/>
    <dgm:cxn modelId="{CCFF623B-BCF0-43E8-90F5-6E434832925E}" type="presOf" srcId="{828CAA2A-B23F-4EAF-A3EE-FED179D1EA95}" destId="{E2ADCDD0-E280-44F9-8237-784B073ECB27}" srcOrd="0" destOrd="0" presId="urn:microsoft.com/office/officeart/2026/layout/SmallDotsHorizontal"/>
    <dgm:cxn modelId="{7586C576-761F-4BAC-8E2B-1C1973629FBE}" srcId="{7F691734-A911-4B66-80B8-4B0B07D82AE1}" destId="{55AF82DE-682D-4FED-8A28-6B1C1C531791}" srcOrd="3" destOrd="0" parTransId="{98138D1F-2810-426B-94E7-D56C3DBECF20}" sibTransId="{38AB19AC-2131-4EFE-960A-DB7766F7DE0A}"/>
    <dgm:cxn modelId="{5EC3CF57-4408-433E-8197-242830A99AE8}" srcId="{7E150287-B111-4C86-8722-ED117FC07CCA}" destId="{828CAA2A-B23F-4EAF-A3EE-FED179D1EA95}" srcOrd="0" destOrd="0" parTransId="{775E8A00-F010-47F5-8F99-407AB108021E}" sibTransId="{176C8AEF-03D7-4257-8CD9-1297CC07CE13}"/>
    <dgm:cxn modelId="{8DEDEE88-44C6-4446-B1B4-23B16A378336}" srcId="{EA1A4B63-1AA2-4B75-BE6F-C176F7EEC3A5}" destId="{7DCA6310-0D5E-4504-8E67-C2EFBBCE5F82}" srcOrd="0" destOrd="0" parTransId="{01F3C86A-E81E-4A6B-8AC8-F27E7DE09B5E}" sibTransId="{4ADABE76-7143-4A3C-AAFE-57A0670ED59E}"/>
    <dgm:cxn modelId="{4624EC98-100D-458B-95C9-183150386702}" type="presOf" srcId="{D31C7EFB-2C0B-4658-BC97-B470E5BF1DFD}" destId="{7BEF13E8-12D2-4349-A18C-4504E3A00459}" srcOrd="0" destOrd="0" presId="urn:microsoft.com/office/officeart/2026/layout/SmallDotsHorizontal"/>
    <dgm:cxn modelId="{B0C74CA1-0F3A-4211-A95C-A364179C8BDF}" type="presOf" srcId="{7E150287-B111-4C86-8722-ED117FC07CCA}" destId="{68040AE4-4B1E-49BA-9B5D-50C365040A9D}" srcOrd="0" destOrd="0" presId="urn:microsoft.com/office/officeart/2026/layout/SmallDotsHorizontal"/>
    <dgm:cxn modelId="{A99800A7-C0D7-48E1-BBCD-608FD5E5F68D}" srcId="{7F691734-A911-4B66-80B8-4B0B07D82AE1}" destId="{7E150287-B111-4C86-8722-ED117FC07CCA}" srcOrd="0" destOrd="0" parTransId="{2B1D6AB3-EAD8-40BD-97E7-80DBD7121637}" sibTransId="{77E7186B-07C4-4150-A87B-D96BF65E0248}"/>
    <dgm:cxn modelId="{A6F3B5AA-1F8C-48DD-89C7-1789AE7B3ECC}" type="presOf" srcId="{55AF82DE-682D-4FED-8A28-6B1C1C531791}" destId="{EAC6EA4A-2113-4320-A2E0-674C385CEBD9}" srcOrd="0" destOrd="0" presId="urn:microsoft.com/office/officeart/2026/layout/SmallDotsHorizontal"/>
    <dgm:cxn modelId="{DE3F71AC-0C23-4303-98BD-7BFF052DB02F}" srcId="{7F691734-A911-4B66-80B8-4B0B07D82AE1}" destId="{39EFBAC5-00FB-4248-9BB2-F56456477DCE}" srcOrd="1" destOrd="0" parTransId="{1AB16F38-C4D5-4EB8-80FC-B7D6A094C0E5}" sibTransId="{3265124B-86E5-4C82-AEA3-8DC6DC2B0C63}"/>
    <dgm:cxn modelId="{90F8F9B1-D860-4A1D-B816-7E54979C224B}" srcId="{55AF82DE-682D-4FED-8A28-6B1C1C531791}" destId="{D31C7EFB-2C0B-4658-BC97-B470E5BF1DFD}" srcOrd="0" destOrd="0" parTransId="{36595AE4-2607-4873-AA68-3C98C6D83894}" sibTransId="{EA7CA04D-98E3-40F7-A7C3-C5F1C54639FD}"/>
    <dgm:cxn modelId="{9EFEF4E1-C1E3-412F-83ED-44CE684AD32A}" type="presOf" srcId="{7DCA6310-0D5E-4504-8E67-C2EFBBCE5F82}" destId="{75EE3250-9F82-4FF5-8D81-9E2EF7F58104}" srcOrd="0" destOrd="0" presId="urn:microsoft.com/office/officeart/2026/layout/SmallDotsHorizontal"/>
    <dgm:cxn modelId="{719851EF-6B3E-4FAA-8E4B-112C46903984}" srcId="{39EFBAC5-00FB-4248-9BB2-F56456477DCE}" destId="{D2DBE255-ADC3-4B24-B64F-C70392BB750B}" srcOrd="0" destOrd="0" parTransId="{0B2996FC-DFF1-4E34-BF0F-4FCDB309F15D}" sibTransId="{8E1DC08B-9736-4CD7-8BA4-0CDFEE5346BB}"/>
    <dgm:cxn modelId="{59B80530-6C62-4920-8C09-93F503750DA0}" type="presParOf" srcId="{2C9EA6E4-37BF-432F-8935-6C94154ADBC6}" destId="{6D0FD8C8-8E20-4D4B-86E3-6CE302FD7922}" srcOrd="0" destOrd="0" presId="urn:microsoft.com/office/officeart/2026/layout/SmallDotsHorizontal"/>
    <dgm:cxn modelId="{77ECFCB5-B93B-4FA8-AAA2-55BB35993E40}" type="presParOf" srcId="{2C9EA6E4-37BF-432F-8935-6C94154ADBC6}" destId="{C8E25002-5862-4372-AC58-5257C4B96B1B}" srcOrd="1" destOrd="0" presId="urn:microsoft.com/office/officeart/2026/layout/SmallDotsHorizontal"/>
    <dgm:cxn modelId="{AFA971EF-D20B-466E-A817-9AB77C911AF4}" type="presParOf" srcId="{C8E25002-5862-4372-AC58-5257C4B96B1B}" destId="{B4188985-6B0A-4F2A-BEC2-58B28B952A92}" srcOrd="0" destOrd="0" presId="urn:microsoft.com/office/officeart/2026/layout/SmallDotsHorizontal"/>
    <dgm:cxn modelId="{23F7B3D2-12A1-4AF5-A4A5-B2A2CD443F80}" type="presParOf" srcId="{B4188985-6B0A-4F2A-BEC2-58B28B952A92}" destId="{D0B66E55-8C5F-49A6-8733-1326010391CA}" srcOrd="0" destOrd="0" presId="urn:microsoft.com/office/officeart/2026/layout/SmallDotsHorizontal"/>
    <dgm:cxn modelId="{B0FC45DB-D1D0-4C14-B629-1F7CF0784EC6}" type="presParOf" srcId="{B4188985-6B0A-4F2A-BEC2-58B28B952A92}" destId="{68040AE4-4B1E-49BA-9B5D-50C365040A9D}" srcOrd="1" destOrd="0" presId="urn:microsoft.com/office/officeart/2026/layout/SmallDotsHorizontal"/>
    <dgm:cxn modelId="{0FE5A90A-0FD0-40A1-BA66-B2F77838B182}" type="presParOf" srcId="{B4188985-6B0A-4F2A-BEC2-58B28B952A92}" destId="{C465777B-1EC8-4967-AF91-18D9D2A7A334}" srcOrd="2" destOrd="0" presId="urn:microsoft.com/office/officeart/2026/layout/SmallDotsHorizontal"/>
    <dgm:cxn modelId="{25F145BB-EED4-4AEF-AC76-EAC7DC22DF47}" type="presParOf" srcId="{B4188985-6B0A-4F2A-BEC2-58B28B952A92}" destId="{E2ADCDD0-E280-44F9-8237-784B073ECB27}" srcOrd="3" destOrd="0" presId="urn:microsoft.com/office/officeart/2026/layout/SmallDotsHorizontal"/>
    <dgm:cxn modelId="{131A3AB1-79AF-409E-B7B9-BD0BB0844271}" type="presParOf" srcId="{C8E25002-5862-4372-AC58-5257C4B96B1B}" destId="{E93491AA-299C-423E-8252-7CBCC997445E}" srcOrd="1" destOrd="0" presId="urn:microsoft.com/office/officeart/2026/layout/SmallDotsHorizontal"/>
    <dgm:cxn modelId="{48E4205B-789C-424A-B03E-50234EF6D986}" type="presParOf" srcId="{C8E25002-5862-4372-AC58-5257C4B96B1B}" destId="{BB463801-73CF-4873-B958-D2DB2537ADFF}" srcOrd="2" destOrd="0" presId="urn:microsoft.com/office/officeart/2026/layout/SmallDotsHorizontal"/>
    <dgm:cxn modelId="{43060841-E034-4EFB-97A1-4B30835B3681}" type="presParOf" srcId="{BB463801-73CF-4873-B958-D2DB2537ADFF}" destId="{E17A8B7C-A0E2-492C-A169-8F988D2A0E73}" srcOrd="0" destOrd="0" presId="urn:microsoft.com/office/officeart/2026/layout/SmallDotsHorizontal"/>
    <dgm:cxn modelId="{54BA55CA-388A-4F3F-B043-CD6E8F845E66}" type="presParOf" srcId="{BB463801-73CF-4873-B958-D2DB2537ADFF}" destId="{0E422F91-5C7E-4BBD-9BA9-C4F81CCFCBFE}" srcOrd="1" destOrd="0" presId="urn:microsoft.com/office/officeart/2026/layout/SmallDotsHorizontal"/>
    <dgm:cxn modelId="{EA5C7D89-A883-4EF7-B2BF-FD6FE93B2186}" type="presParOf" srcId="{BB463801-73CF-4873-B958-D2DB2537ADFF}" destId="{6424CA9C-B8DD-4AFD-A381-F6F95498EB87}" srcOrd="2" destOrd="0" presId="urn:microsoft.com/office/officeart/2026/layout/SmallDotsHorizontal"/>
    <dgm:cxn modelId="{66DFD77F-EE22-4C10-8EFA-7E2AE159AF8F}" type="presParOf" srcId="{BB463801-73CF-4873-B958-D2DB2537ADFF}" destId="{CF9DBD73-E0EE-43D7-BD75-8D0DE7A9A661}" srcOrd="3" destOrd="0" presId="urn:microsoft.com/office/officeart/2026/layout/SmallDotsHorizontal"/>
    <dgm:cxn modelId="{CBF3E7C3-781A-4360-AF86-FF577A1B028A}" type="presParOf" srcId="{C8E25002-5862-4372-AC58-5257C4B96B1B}" destId="{3A682300-CF92-4377-B035-9391932EA877}" srcOrd="3" destOrd="0" presId="urn:microsoft.com/office/officeart/2026/layout/SmallDotsHorizontal"/>
    <dgm:cxn modelId="{D9D85281-96E2-43AD-AB45-7ECBCC173668}" type="presParOf" srcId="{C8E25002-5862-4372-AC58-5257C4B96B1B}" destId="{D55D1171-B145-4F67-A354-34AD3DF1C5F3}" srcOrd="4" destOrd="0" presId="urn:microsoft.com/office/officeart/2026/layout/SmallDotsHorizontal"/>
    <dgm:cxn modelId="{7F27865E-75B9-4178-8C45-D813C3CD3BE3}" type="presParOf" srcId="{D55D1171-B145-4F67-A354-34AD3DF1C5F3}" destId="{9B8BF0F8-4B5B-43C5-9FE8-B57FB523B0A5}" srcOrd="0" destOrd="0" presId="urn:microsoft.com/office/officeart/2026/layout/SmallDotsHorizontal"/>
    <dgm:cxn modelId="{94B552F4-17DE-4A60-996E-8F0F587A6F96}" type="presParOf" srcId="{D55D1171-B145-4F67-A354-34AD3DF1C5F3}" destId="{D8C9F262-3753-4F60-B977-44C71E2DEC0F}" srcOrd="1" destOrd="0" presId="urn:microsoft.com/office/officeart/2026/layout/SmallDotsHorizontal"/>
    <dgm:cxn modelId="{E2AA42A6-5D77-4936-8AD9-03503F11EB7D}" type="presParOf" srcId="{D55D1171-B145-4F67-A354-34AD3DF1C5F3}" destId="{E996C3AA-C473-4C76-A5BC-89A6435628E7}" srcOrd="2" destOrd="0" presId="urn:microsoft.com/office/officeart/2026/layout/SmallDotsHorizontal"/>
    <dgm:cxn modelId="{479B9381-EB64-4DBC-8C20-3CAC3106C63E}" type="presParOf" srcId="{D55D1171-B145-4F67-A354-34AD3DF1C5F3}" destId="{75EE3250-9F82-4FF5-8D81-9E2EF7F58104}" srcOrd="3" destOrd="0" presId="urn:microsoft.com/office/officeart/2026/layout/SmallDotsHorizontal"/>
    <dgm:cxn modelId="{620195E5-D766-4C07-8AA8-DAA5F72D0569}" type="presParOf" srcId="{C8E25002-5862-4372-AC58-5257C4B96B1B}" destId="{8994E5DD-02A8-4364-B460-3B4473E9B1D4}" srcOrd="5" destOrd="0" presId="urn:microsoft.com/office/officeart/2026/layout/SmallDotsHorizontal"/>
    <dgm:cxn modelId="{59C7A22C-CF34-43BD-832C-3D5B0027F6E8}" type="presParOf" srcId="{C8E25002-5862-4372-AC58-5257C4B96B1B}" destId="{8AC75238-9205-4947-A184-B316EEAF557B}" srcOrd="6" destOrd="0" presId="urn:microsoft.com/office/officeart/2026/layout/SmallDotsHorizontal"/>
    <dgm:cxn modelId="{A39D18B4-3F71-451A-8E2B-3A9EFA95783F}" type="presParOf" srcId="{8AC75238-9205-4947-A184-B316EEAF557B}" destId="{ABD519F8-8080-4E48-A826-A5DC445CE86F}" srcOrd="0" destOrd="0" presId="urn:microsoft.com/office/officeart/2026/layout/SmallDotsHorizontal"/>
    <dgm:cxn modelId="{5CD9E6EF-DCAE-4036-BE63-49FD6808E45B}" type="presParOf" srcId="{8AC75238-9205-4947-A184-B316EEAF557B}" destId="{EAC6EA4A-2113-4320-A2E0-674C385CEBD9}" srcOrd="1" destOrd="0" presId="urn:microsoft.com/office/officeart/2026/layout/SmallDotsHorizontal"/>
    <dgm:cxn modelId="{16B07C16-9019-489C-B931-E73C0509D6F0}" type="presParOf" srcId="{8AC75238-9205-4947-A184-B316EEAF557B}" destId="{8379A1C0-2B70-4471-B4C2-B5440A3F25D0}" srcOrd="2" destOrd="0" presId="urn:microsoft.com/office/officeart/2026/layout/SmallDotsHorizontal"/>
    <dgm:cxn modelId="{54D7EE3B-919A-40E2-82C8-CEA70E6907DB}" type="presParOf" srcId="{8AC75238-9205-4947-A184-B316EEAF557B}" destId="{7BEF13E8-12D2-4349-A18C-4504E3A00459}" srcOrd="3" destOrd="0" presId="urn:microsoft.com/office/officeart/2026/layout/SmallDotsHorizont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D2073B-0C35-46BA-9111-14AF50FBAAD8}">
      <dsp:nvSpPr>
        <dsp:cNvPr id="0" name=""/>
        <dsp:cNvSpPr/>
      </dsp:nvSpPr>
      <dsp:spPr>
        <a:xfrm>
          <a:off x="5419351" y="3209308"/>
          <a:ext cx="4647704" cy="3226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25"/>
              </a:lnTo>
              <a:lnTo>
                <a:pt x="4647704" y="161325"/>
              </a:lnTo>
              <a:lnTo>
                <a:pt x="4647704" y="32265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ED44FA-AA26-4863-9F7A-652CD293B9E1}">
      <dsp:nvSpPr>
        <dsp:cNvPr id="0" name=""/>
        <dsp:cNvSpPr/>
      </dsp:nvSpPr>
      <dsp:spPr>
        <a:xfrm>
          <a:off x="5419351" y="3209308"/>
          <a:ext cx="2788622" cy="3226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25"/>
              </a:lnTo>
              <a:lnTo>
                <a:pt x="2788622" y="161325"/>
              </a:lnTo>
              <a:lnTo>
                <a:pt x="2788622" y="32265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E6BFB6-2B28-4BF9-82A0-21B8523974DD}">
      <dsp:nvSpPr>
        <dsp:cNvPr id="0" name=""/>
        <dsp:cNvSpPr/>
      </dsp:nvSpPr>
      <dsp:spPr>
        <a:xfrm>
          <a:off x="5419351" y="3209308"/>
          <a:ext cx="929540" cy="3226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25"/>
              </a:lnTo>
              <a:lnTo>
                <a:pt x="929540" y="161325"/>
              </a:lnTo>
              <a:lnTo>
                <a:pt x="929540" y="32265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4A22DB-7534-44C1-A464-0E2C9344F19F}">
      <dsp:nvSpPr>
        <dsp:cNvPr id="0" name=""/>
        <dsp:cNvSpPr/>
      </dsp:nvSpPr>
      <dsp:spPr>
        <a:xfrm>
          <a:off x="4496095" y="3209308"/>
          <a:ext cx="923256" cy="322650"/>
        </a:xfrm>
        <a:custGeom>
          <a:avLst/>
          <a:gdLst/>
          <a:ahLst/>
          <a:cxnLst/>
          <a:rect l="0" t="0" r="0" b="0"/>
          <a:pathLst>
            <a:path>
              <a:moveTo>
                <a:pt x="923256" y="0"/>
              </a:moveTo>
              <a:lnTo>
                <a:pt x="923256" y="161325"/>
              </a:lnTo>
              <a:lnTo>
                <a:pt x="0" y="161325"/>
              </a:lnTo>
              <a:lnTo>
                <a:pt x="0" y="32265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AD4012-46CC-4688-80E5-5D2CB8083808}">
      <dsp:nvSpPr>
        <dsp:cNvPr id="0" name=""/>
        <dsp:cNvSpPr/>
      </dsp:nvSpPr>
      <dsp:spPr>
        <a:xfrm>
          <a:off x="2630729" y="3209308"/>
          <a:ext cx="2788622" cy="322650"/>
        </a:xfrm>
        <a:custGeom>
          <a:avLst/>
          <a:gdLst/>
          <a:ahLst/>
          <a:cxnLst/>
          <a:rect l="0" t="0" r="0" b="0"/>
          <a:pathLst>
            <a:path>
              <a:moveTo>
                <a:pt x="2788622" y="0"/>
              </a:moveTo>
              <a:lnTo>
                <a:pt x="2788622" y="161325"/>
              </a:lnTo>
              <a:lnTo>
                <a:pt x="0" y="161325"/>
              </a:lnTo>
              <a:lnTo>
                <a:pt x="0" y="32265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4D3D1-618A-4E47-A5D0-E61A130B1F67}">
      <dsp:nvSpPr>
        <dsp:cNvPr id="0" name=""/>
        <dsp:cNvSpPr/>
      </dsp:nvSpPr>
      <dsp:spPr>
        <a:xfrm>
          <a:off x="771647" y="3209308"/>
          <a:ext cx="4647704" cy="322650"/>
        </a:xfrm>
        <a:custGeom>
          <a:avLst/>
          <a:gdLst/>
          <a:ahLst/>
          <a:cxnLst/>
          <a:rect l="0" t="0" r="0" b="0"/>
          <a:pathLst>
            <a:path>
              <a:moveTo>
                <a:pt x="4647704" y="0"/>
              </a:moveTo>
              <a:lnTo>
                <a:pt x="4647704" y="161325"/>
              </a:lnTo>
              <a:lnTo>
                <a:pt x="0" y="161325"/>
              </a:lnTo>
              <a:lnTo>
                <a:pt x="0" y="32265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9B59E7-F5BA-41F3-A731-7A583A93C1F3}">
      <dsp:nvSpPr>
        <dsp:cNvPr id="0" name=""/>
        <dsp:cNvSpPr/>
      </dsp:nvSpPr>
      <dsp:spPr>
        <a:xfrm>
          <a:off x="4481537" y="2441093"/>
          <a:ext cx="1875629" cy="7682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Electrical Design</a:t>
          </a:r>
        </a:p>
      </dsp:txBody>
      <dsp:txXfrm>
        <a:off x="4481537" y="2441093"/>
        <a:ext cx="1875629" cy="768215"/>
      </dsp:txXfrm>
    </dsp:sp>
    <dsp:sp modelId="{7DC44A90-C3BA-4207-BF85-67CED3CCD11D}">
      <dsp:nvSpPr>
        <dsp:cNvPr id="0" name=""/>
        <dsp:cNvSpPr/>
      </dsp:nvSpPr>
      <dsp:spPr>
        <a:xfrm>
          <a:off x="3431" y="3531959"/>
          <a:ext cx="1536431" cy="7682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Opponent detection sensors</a:t>
          </a:r>
        </a:p>
      </dsp:txBody>
      <dsp:txXfrm>
        <a:off x="3431" y="3531959"/>
        <a:ext cx="1536431" cy="768215"/>
      </dsp:txXfrm>
    </dsp:sp>
    <dsp:sp modelId="{F52A9686-3EC1-429A-A29E-7EB668A6C720}">
      <dsp:nvSpPr>
        <dsp:cNvPr id="0" name=""/>
        <dsp:cNvSpPr/>
      </dsp:nvSpPr>
      <dsp:spPr>
        <a:xfrm>
          <a:off x="1862513" y="3531959"/>
          <a:ext cx="1536431" cy="7682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Dohyo edge-detection sensors</a:t>
          </a:r>
        </a:p>
      </dsp:txBody>
      <dsp:txXfrm>
        <a:off x="1862513" y="3531959"/>
        <a:ext cx="1536431" cy="768215"/>
      </dsp:txXfrm>
    </dsp:sp>
    <dsp:sp modelId="{CF9EB66F-FCD8-4006-A801-C8B5A6C1B93A}">
      <dsp:nvSpPr>
        <dsp:cNvPr id="0" name=""/>
        <dsp:cNvSpPr/>
      </dsp:nvSpPr>
      <dsp:spPr>
        <a:xfrm>
          <a:off x="3727879" y="3531959"/>
          <a:ext cx="1536431" cy="7682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Motor driver</a:t>
          </a:r>
        </a:p>
      </dsp:txBody>
      <dsp:txXfrm>
        <a:off x="3727879" y="3531959"/>
        <a:ext cx="1536431" cy="768215"/>
      </dsp:txXfrm>
    </dsp:sp>
    <dsp:sp modelId="{F10DB858-D7E5-4190-B06B-BCCBDA214023}">
      <dsp:nvSpPr>
        <dsp:cNvPr id="0" name=""/>
        <dsp:cNvSpPr/>
      </dsp:nvSpPr>
      <dsp:spPr>
        <a:xfrm>
          <a:off x="5580677" y="3531959"/>
          <a:ext cx="1536431" cy="7682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Controller</a:t>
          </a:r>
        </a:p>
      </dsp:txBody>
      <dsp:txXfrm>
        <a:off x="5580677" y="3531959"/>
        <a:ext cx="1536431" cy="768215"/>
      </dsp:txXfrm>
    </dsp:sp>
    <dsp:sp modelId="{658DBFD8-FBCF-48F1-A1BC-2588ED4CB8DB}">
      <dsp:nvSpPr>
        <dsp:cNvPr id="0" name=""/>
        <dsp:cNvSpPr/>
      </dsp:nvSpPr>
      <dsp:spPr>
        <a:xfrm>
          <a:off x="7439759" y="3531959"/>
          <a:ext cx="1536431" cy="7682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Power supply </a:t>
          </a:r>
        </a:p>
      </dsp:txBody>
      <dsp:txXfrm>
        <a:off x="7439759" y="3531959"/>
        <a:ext cx="1536431" cy="768215"/>
      </dsp:txXfrm>
    </dsp:sp>
    <dsp:sp modelId="{1B2070B4-2CC3-44A6-AD2C-5A1CC6241F31}">
      <dsp:nvSpPr>
        <dsp:cNvPr id="0" name=""/>
        <dsp:cNvSpPr/>
      </dsp:nvSpPr>
      <dsp:spPr>
        <a:xfrm>
          <a:off x="9298840" y="3531959"/>
          <a:ext cx="1536431" cy="7682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Feedback</a:t>
          </a:r>
        </a:p>
      </dsp:txBody>
      <dsp:txXfrm>
        <a:off x="9298840" y="3531959"/>
        <a:ext cx="1536431" cy="7682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6BFB6-2B28-4BF9-82A0-21B8523974DD}">
      <dsp:nvSpPr>
        <dsp:cNvPr id="0" name=""/>
        <dsp:cNvSpPr/>
      </dsp:nvSpPr>
      <dsp:spPr>
        <a:xfrm>
          <a:off x="3899973" y="1569409"/>
          <a:ext cx="3054482" cy="3534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705"/>
              </a:lnTo>
              <a:lnTo>
                <a:pt x="3054482" y="176705"/>
              </a:lnTo>
              <a:lnTo>
                <a:pt x="3054482" y="35341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4A22DB-7534-44C1-A464-0E2C9344F19F}">
      <dsp:nvSpPr>
        <dsp:cNvPr id="0" name=""/>
        <dsp:cNvSpPr/>
      </dsp:nvSpPr>
      <dsp:spPr>
        <a:xfrm>
          <a:off x="3899973" y="1569409"/>
          <a:ext cx="1074050" cy="3534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705"/>
              </a:lnTo>
              <a:lnTo>
                <a:pt x="1074050" y="176705"/>
              </a:lnTo>
              <a:lnTo>
                <a:pt x="1074050" y="35341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AD4012-46CC-4688-80E5-5D2CB8083808}">
      <dsp:nvSpPr>
        <dsp:cNvPr id="0" name=""/>
        <dsp:cNvSpPr/>
      </dsp:nvSpPr>
      <dsp:spPr>
        <a:xfrm>
          <a:off x="2881812" y="1569409"/>
          <a:ext cx="1018160" cy="353411"/>
        </a:xfrm>
        <a:custGeom>
          <a:avLst/>
          <a:gdLst/>
          <a:ahLst/>
          <a:cxnLst/>
          <a:rect l="0" t="0" r="0" b="0"/>
          <a:pathLst>
            <a:path>
              <a:moveTo>
                <a:pt x="1018160" y="0"/>
              </a:moveTo>
              <a:lnTo>
                <a:pt x="1018160" y="176705"/>
              </a:lnTo>
              <a:lnTo>
                <a:pt x="0" y="176705"/>
              </a:lnTo>
              <a:lnTo>
                <a:pt x="0" y="35341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4D3D1-618A-4E47-A5D0-E61A130B1F67}">
      <dsp:nvSpPr>
        <dsp:cNvPr id="0" name=""/>
        <dsp:cNvSpPr/>
      </dsp:nvSpPr>
      <dsp:spPr>
        <a:xfrm>
          <a:off x="845490" y="1569409"/>
          <a:ext cx="3054482" cy="353411"/>
        </a:xfrm>
        <a:custGeom>
          <a:avLst/>
          <a:gdLst/>
          <a:ahLst/>
          <a:cxnLst/>
          <a:rect l="0" t="0" r="0" b="0"/>
          <a:pathLst>
            <a:path>
              <a:moveTo>
                <a:pt x="3054482" y="0"/>
              </a:moveTo>
              <a:lnTo>
                <a:pt x="3054482" y="176705"/>
              </a:lnTo>
              <a:lnTo>
                <a:pt x="0" y="176705"/>
              </a:lnTo>
              <a:lnTo>
                <a:pt x="0" y="35341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9B59E7-F5BA-41F3-A731-7A583A93C1F3}">
      <dsp:nvSpPr>
        <dsp:cNvPr id="0" name=""/>
        <dsp:cNvSpPr/>
      </dsp:nvSpPr>
      <dsp:spPr>
        <a:xfrm>
          <a:off x="2350862" y="727954"/>
          <a:ext cx="3098221" cy="841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Mechanical Design</a:t>
          </a:r>
        </a:p>
      </dsp:txBody>
      <dsp:txXfrm>
        <a:off x="2350862" y="727954"/>
        <a:ext cx="3098221" cy="841455"/>
      </dsp:txXfrm>
    </dsp:sp>
    <dsp:sp modelId="{7DC44A90-C3BA-4207-BF85-67CED3CCD11D}">
      <dsp:nvSpPr>
        <dsp:cNvPr id="0" name=""/>
        <dsp:cNvSpPr/>
      </dsp:nvSpPr>
      <dsp:spPr>
        <a:xfrm>
          <a:off x="4034" y="1922820"/>
          <a:ext cx="1682910" cy="8414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Chassis</a:t>
          </a:r>
        </a:p>
      </dsp:txBody>
      <dsp:txXfrm>
        <a:off x="4034" y="1922820"/>
        <a:ext cx="1682910" cy="841455"/>
      </dsp:txXfrm>
    </dsp:sp>
    <dsp:sp modelId="{F52A9686-3EC1-429A-A29E-7EB668A6C720}">
      <dsp:nvSpPr>
        <dsp:cNvPr id="0" name=""/>
        <dsp:cNvSpPr/>
      </dsp:nvSpPr>
      <dsp:spPr>
        <a:xfrm>
          <a:off x="2040356" y="1922820"/>
          <a:ext cx="1682910" cy="8414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Drive train</a:t>
          </a:r>
        </a:p>
      </dsp:txBody>
      <dsp:txXfrm>
        <a:off x="2040356" y="1922820"/>
        <a:ext cx="1682910" cy="841455"/>
      </dsp:txXfrm>
    </dsp:sp>
    <dsp:sp modelId="{CF9EB66F-FCD8-4006-A801-C8B5A6C1B93A}">
      <dsp:nvSpPr>
        <dsp:cNvPr id="0" name=""/>
        <dsp:cNvSpPr/>
      </dsp:nvSpPr>
      <dsp:spPr>
        <a:xfrm>
          <a:off x="4132568" y="1922820"/>
          <a:ext cx="1682910" cy="8414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Wedge</a:t>
          </a:r>
        </a:p>
      </dsp:txBody>
      <dsp:txXfrm>
        <a:off x="4132568" y="1922820"/>
        <a:ext cx="1682910" cy="841455"/>
      </dsp:txXfrm>
    </dsp:sp>
    <dsp:sp modelId="{F10DB858-D7E5-4190-B06B-BCCBDA214023}">
      <dsp:nvSpPr>
        <dsp:cNvPr id="0" name=""/>
        <dsp:cNvSpPr/>
      </dsp:nvSpPr>
      <dsp:spPr>
        <a:xfrm>
          <a:off x="6113000" y="1922820"/>
          <a:ext cx="1682910" cy="8414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Supporting frame</a:t>
          </a:r>
        </a:p>
      </dsp:txBody>
      <dsp:txXfrm>
        <a:off x="6113000" y="1922820"/>
        <a:ext cx="1682910" cy="8414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0FD8C8-8E20-4D4B-86E3-6CE302FD7922}">
      <dsp:nvSpPr>
        <dsp:cNvPr id="0" name=""/>
        <dsp:cNvSpPr/>
      </dsp:nvSpPr>
      <dsp:spPr>
        <a:xfrm>
          <a:off x="219458" y="2589987"/>
          <a:ext cx="10534023" cy="21945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40AE4-4B1E-49BA-9B5D-50C365040A9D}">
      <dsp:nvSpPr>
        <dsp:cNvPr id="0" name=""/>
        <dsp:cNvSpPr/>
      </dsp:nvSpPr>
      <dsp:spPr>
        <a:xfrm>
          <a:off x="224730" y="531029"/>
          <a:ext cx="2535778" cy="16581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ZA" sz="2800" kern="1200" dirty="0"/>
            <a:t>AUG</a:t>
          </a:r>
        </a:p>
      </dsp:txBody>
      <dsp:txXfrm>
        <a:off x="224730" y="531029"/>
        <a:ext cx="2535778" cy="1658112"/>
      </dsp:txXfrm>
    </dsp:sp>
    <dsp:sp modelId="{C465777B-1EC8-4967-AF91-18D9D2A7A334}">
      <dsp:nvSpPr>
        <dsp:cNvPr id="0" name=""/>
        <dsp:cNvSpPr/>
      </dsp:nvSpPr>
      <dsp:spPr>
        <a:xfrm>
          <a:off x="1395084" y="2503424"/>
          <a:ext cx="195072" cy="1950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DCDD0-E280-44F9-8237-784B073ECB27}">
      <dsp:nvSpPr>
        <dsp:cNvPr id="0" name=""/>
        <dsp:cNvSpPr/>
      </dsp:nvSpPr>
      <dsp:spPr>
        <a:xfrm>
          <a:off x="224730" y="3018197"/>
          <a:ext cx="2535778" cy="24004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Test components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ZA" sz="1800" kern="1200" dirty="0"/>
            <a:t>Sensors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ZA" sz="1800" kern="1200" dirty="0"/>
            <a:t>Driver and motors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ZA" sz="1800" kern="1200" dirty="0"/>
            <a:t>Refine Frame</a:t>
          </a:r>
        </a:p>
      </dsp:txBody>
      <dsp:txXfrm>
        <a:off x="224730" y="3018197"/>
        <a:ext cx="2535778" cy="2400469"/>
      </dsp:txXfrm>
    </dsp:sp>
    <dsp:sp modelId="{0E422F91-5C7E-4BBD-9BA9-C4F81CCFCBFE}">
      <dsp:nvSpPr>
        <dsp:cNvPr id="0" name=""/>
        <dsp:cNvSpPr/>
      </dsp:nvSpPr>
      <dsp:spPr>
        <a:xfrm>
          <a:off x="2887297" y="531029"/>
          <a:ext cx="2535778" cy="16581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ZA" sz="2800" kern="1200" dirty="0"/>
            <a:t>SEPT</a:t>
          </a:r>
        </a:p>
      </dsp:txBody>
      <dsp:txXfrm>
        <a:off x="2887297" y="531029"/>
        <a:ext cx="2535778" cy="1658112"/>
      </dsp:txXfrm>
    </dsp:sp>
    <dsp:sp modelId="{6424CA9C-B8DD-4AFD-A381-F6F95498EB87}">
      <dsp:nvSpPr>
        <dsp:cNvPr id="0" name=""/>
        <dsp:cNvSpPr/>
      </dsp:nvSpPr>
      <dsp:spPr>
        <a:xfrm>
          <a:off x="4057650" y="2503424"/>
          <a:ext cx="195072" cy="1950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DBD73-E0EE-43D7-BD75-8D0DE7A9A661}">
      <dsp:nvSpPr>
        <dsp:cNvPr id="0" name=""/>
        <dsp:cNvSpPr/>
      </dsp:nvSpPr>
      <dsp:spPr>
        <a:xfrm>
          <a:off x="2887297" y="3018197"/>
          <a:ext cx="2535778" cy="24004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Code strategy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Implement PID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Tune based on performance</a:t>
          </a:r>
        </a:p>
      </dsp:txBody>
      <dsp:txXfrm>
        <a:off x="2887297" y="3018197"/>
        <a:ext cx="2535778" cy="2400469"/>
      </dsp:txXfrm>
    </dsp:sp>
    <dsp:sp modelId="{D8C9F262-3753-4F60-B977-44C71E2DEC0F}">
      <dsp:nvSpPr>
        <dsp:cNvPr id="0" name=""/>
        <dsp:cNvSpPr/>
      </dsp:nvSpPr>
      <dsp:spPr>
        <a:xfrm>
          <a:off x="5549864" y="531029"/>
          <a:ext cx="2535778" cy="16581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ZA" sz="2800" kern="1200" dirty="0"/>
            <a:t>OCT</a:t>
          </a:r>
        </a:p>
      </dsp:txBody>
      <dsp:txXfrm>
        <a:off x="5549864" y="531029"/>
        <a:ext cx="2535778" cy="1658112"/>
      </dsp:txXfrm>
    </dsp:sp>
    <dsp:sp modelId="{E996C3AA-C473-4C76-A5BC-89A6435628E7}">
      <dsp:nvSpPr>
        <dsp:cNvPr id="0" name=""/>
        <dsp:cNvSpPr/>
      </dsp:nvSpPr>
      <dsp:spPr>
        <a:xfrm>
          <a:off x="6720217" y="2503424"/>
          <a:ext cx="195072" cy="1950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E3250-9F82-4FF5-8D81-9E2EF7F58104}">
      <dsp:nvSpPr>
        <dsp:cNvPr id="0" name=""/>
        <dsp:cNvSpPr/>
      </dsp:nvSpPr>
      <dsp:spPr>
        <a:xfrm>
          <a:off x="5549864" y="3018197"/>
          <a:ext cx="2535778" cy="24004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Clean up project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Modify parts if needed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Final report</a:t>
          </a:r>
        </a:p>
      </dsp:txBody>
      <dsp:txXfrm>
        <a:off x="5549864" y="3018197"/>
        <a:ext cx="2535778" cy="2400469"/>
      </dsp:txXfrm>
    </dsp:sp>
    <dsp:sp modelId="{EAC6EA4A-2113-4320-A2E0-674C385CEBD9}">
      <dsp:nvSpPr>
        <dsp:cNvPr id="0" name=""/>
        <dsp:cNvSpPr/>
      </dsp:nvSpPr>
      <dsp:spPr>
        <a:xfrm>
          <a:off x="8212431" y="531029"/>
          <a:ext cx="2535778" cy="16581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ZA" sz="2800" kern="1200" dirty="0"/>
            <a:t>NOV</a:t>
          </a:r>
        </a:p>
      </dsp:txBody>
      <dsp:txXfrm>
        <a:off x="8212431" y="531029"/>
        <a:ext cx="2535778" cy="1658112"/>
      </dsp:txXfrm>
    </dsp:sp>
    <dsp:sp modelId="{8379A1C0-2B70-4471-B4C2-B5440A3F25D0}">
      <dsp:nvSpPr>
        <dsp:cNvPr id="0" name=""/>
        <dsp:cNvSpPr/>
      </dsp:nvSpPr>
      <dsp:spPr>
        <a:xfrm>
          <a:off x="9382784" y="2503424"/>
          <a:ext cx="195072" cy="1950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F13E8-12D2-4349-A18C-4504E3A00459}">
      <dsp:nvSpPr>
        <dsp:cNvPr id="0" name=""/>
        <dsp:cNvSpPr/>
      </dsp:nvSpPr>
      <dsp:spPr>
        <a:xfrm>
          <a:off x="8212431" y="3018197"/>
          <a:ext cx="2535778" cy="24004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Final presentation</a:t>
          </a:r>
        </a:p>
      </dsp:txBody>
      <dsp:txXfrm>
        <a:off x="8212431" y="3018197"/>
        <a:ext cx="2535778" cy="2400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6/layout/SmallDotsHorizontal">
  <dgm:title val=""/>
  <dgm:desc val=""/>
  <dgm:catLst>
    <dgm:cat type="timeline" pri="107"/>
  </dgm:catLst>
  <dgm:sampData>
    <dgm:dataModel>
      <dgm:ptLst>
        <dgm:pt modelId="0" type="doc"/>
        <dgm:pt modelId="100">
          <dgm:prSet phldrT="Title" phldr="1">
            <dgm:extLst>
              <a:ext uri="{C7F2D5A4-9E3B-4C8F-A7D2-1F8E9B6C4A30}">
                <msodIdLoc:phldrLoc xmlns:msodIdLoc="http://schemas.microsoft.com/office/drawing/2026/04/diagram/placeholderloc" id="msoidsIgxPlaceholderTitle"/>
              </a:ext>
            </dgm:extLst>
          </dgm:prSet>
        </dgm:pt>
        <dgm:pt modelId="101">
          <dgm:prSet phldrT="Description" phldr="1">
            <dgm:extLst>
              <a:ext uri="{C7F2D5A4-9E3B-4C8F-A7D2-1F8E9B6C4A30}">
                <msodIdLoc:phldrLoc xmlns:msodIdLoc="http://schemas.microsoft.com/office/drawing/2026/04/diagram/placeholderloc" id="msoidsIgxPlaceholderDescription"/>
              </a:ext>
            </dgm:extLst>
          </dgm:prSet>
        </dgm:pt>
        <dgm:pt modelId="200">
          <dgm:prSet phldrT="Title" phldr="1">
            <dgm:extLst>
              <a:ext uri="{C7F2D5A4-9E3B-4C8F-A7D2-1F8E9B6C4A30}">
                <msodIdLoc:phldrLoc xmlns:msodIdLoc="http://schemas.microsoft.com/office/drawing/2026/04/diagram/placeholderloc" id="msoidsIgxPlaceholderTitle"/>
              </a:ext>
            </dgm:extLst>
          </dgm:prSet>
        </dgm:pt>
        <dgm:pt modelId="201">
          <dgm:prSet phldrT="Description" phldr="1">
            <dgm:extLst>
              <a:ext uri="{C7F2D5A4-9E3B-4C8F-A7D2-1F8E9B6C4A30}">
                <msodIdLoc:phldrLoc xmlns:msodIdLoc="http://schemas.microsoft.com/office/drawing/2026/04/diagram/placeholderloc" id="msoidsIgxPlaceholderDescription"/>
              </a:ext>
            </dgm:extLst>
          </dgm:prSet>
        </dgm:pt>
        <dgm:pt modelId="300">
          <dgm:prSet phldrT="Title" phldr="1">
            <dgm:extLst>
              <a:ext uri="{C7F2D5A4-9E3B-4C8F-A7D2-1F8E9B6C4A30}">
                <msodIdLoc:phldrLoc xmlns:msodIdLoc="http://schemas.microsoft.com/office/drawing/2026/04/diagram/placeholderloc" id="msoidsIgxPlaceholderTitle"/>
              </a:ext>
            </dgm:extLst>
          </dgm:prSet>
        </dgm:pt>
        <dgm:pt modelId="301">
          <dgm:prSet phldrT="Description" phldr="1">
            <dgm:extLst>
              <a:ext uri="{C7F2D5A4-9E3B-4C8F-A7D2-1F8E9B6C4A30}">
                <msodIdLoc:phldrLoc xmlns:msodIdLoc="http://schemas.microsoft.com/office/drawing/2026/04/diagram/placeholderloc" id="msoidsIgxPlaceholderDescription"/>
              </a:ext>
            </dgm:extLst>
          </dgm:prSet>
        </dgm:pt>
        <dgm:pt modelId="400">
          <dgm:prSet phldrT="Title" phldr="1">
            <dgm:extLst>
              <a:ext uri="{C7F2D5A4-9E3B-4C8F-A7D2-1F8E9B6C4A30}">
                <msodIdLoc:phldrLoc xmlns:msodIdLoc="http://schemas.microsoft.com/office/drawing/2026/04/diagram/placeholderloc" id="msoidsIgxPlaceholderTitle"/>
              </a:ext>
            </dgm:extLst>
          </dgm:prSet>
        </dgm:pt>
        <dgm:pt modelId="401">
          <dgm:prSet phldrT="Description" phldr="1">
            <dgm:extLst>
              <a:ext uri="{C7F2D5A4-9E3B-4C8F-A7D2-1F8E9B6C4A30}">
                <msodIdLoc:phldrLoc xmlns:msodIdLoc="http://schemas.microsoft.com/office/drawing/2026/04/diagram/placeholderloc" id="msoidsIgxPlaceholderDescription"/>
              </a:ext>
            </dgm:extLst>
          </dgm:prSet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connLine" refType="w" fact="0.02"/>
      <dgm:constr type="w" for="ch" forName="connLine" refType="w" fact="0.96"/>
      <dgm:constr type="ctrY" for="ch" forName="connLine" refType="h" fact="0.48"/>
      <dgm:constr type="h" for="ch" forName="connLine" refType="w" fact="0.002"/>
      <dgm:constr type="l" for="ch" forName="itemsFlow" refType="w" fact="0.02"/>
      <dgm:constr type="w" for="ch" forName="itemsFlow" refType="w" fact="0.96"/>
      <dgm:constr type="t" for="ch" forName="itemsFlow"/>
      <dgm:constr type="h" for="ch" forName="itemsFlow" refType="h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choose name="dirChoose">
        <dgm:if name="dirNorm" func="var" arg="dir" op="equ" val="norm">
          <dgm:alg type="lin">
            <dgm:param type="linDir" val="fromL"/>
            <dgm:param type="fallback" val="1D"/>
          </dgm:alg>
        </dgm:if>
        <dgm:else name="dirRev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h" for="ch" forName="item" refType="h"/>
        <dgm:constr type="w" for="ch" forName="item" refType="w"/>
        <dgm:constr type="w" for="ch" forName="spacer" refType="w" refFor="ch" refForName="item" fact="0.0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t" for="ch" forName="titleText" refType="h" fact="0.098"/>
            <dgm:constr type="w" for="ch" forName="titleText" refType="w"/>
            <dgm:constr type="h" for="ch" forName="titleText" refType="h" fact="0.306"/>
            <dgm:constr type="ctrX" for="ch" forName="dot" refType="w" fact="0.5"/>
            <dgm:constr type="ctrY" for="ch" forName="dot" refType="h" fact="0.48"/>
            <dgm:constr type="w" for="ch" forName="dot" refType="h" fact="0.036"/>
            <dgm:constr type="h" for="ch" forName="dot" refType="h" fact="0.036"/>
            <dgm:constr type="l" for="ch" forName="descText"/>
            <dgm:constr type="t" for="ch" forName="descText" refType="h" fact="0.557"/>
            <dgm:constr type="w" for="ch" forName="descText" refType="w"/>
            <dgm:constr type="h" for="ch" forName="descText" refType="h" fact="0.443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b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t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45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b="0" dirty="0">
                <a:latin typeface="Raleway" panose="020B0003030101060003" pitchFamily="34" charset="0"/>
              </a:rPr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8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6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&amp; End Slide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pergraphic">
            <a:extLst>
              <a:ext uri="{FF2B5EF4-FFF2-40B4-BE49-F238E27FC236}">
                <a16:creationId xmlns:a16="http://schemas.microsoft.com/office/drawing/2014/main" id="{5B248510-4BC7-9345-88FC-2E0C971BA7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4959" y="1341439"/>
            <a:ext cx="1196970" cy="1837209"/>
          </a:xfrm>
          <a:prstGeom prst="rect">
            <a:avLst/>
          </a:prstGeom>
        </p:spPr>
      </p:pic>
      <p:cxnSp>
        <p:nvCxnSpPr>
          <p:cNvPr id="5" name="Gold H Line">
            <a:extLst>
              <a:ext uri="{FF2B5EF4-FFF2-40B4-BE49-F238E27FC236}">
                <a16:creationId xmlns:a16="http://schemas.microsoft.com/office/drawing/2014/main" id="{D2E91EF0-985A-D444-B885-44EABE549784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itle">
            <a:extLst>
              <a:ext uri="{FF2B5EF4-FFF2-40B4-BE49-F238E27FC236}">
                <a16:creationId xmlns:a16="http://schemas.microsoft.com/office/drawing/2014/main" id="{62CE03E8-B1C3-CC40-B8F9-5DD639D93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2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4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ld H Line">
            <a:extLst>
              <a:ext uri="{FF2B5EF4-FFF2-40B4-BE49-F238E27FC236}">
                <a16:creationId xmlns:a16="http://schemas.microsoft.com/office/drawing/2014/main" id="{14D6B201-F64D-A747-B121-C05B2A976FDB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8408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0" cy="5256000"/>
          </a:xfrm>
          <a:prstGeom prst="rect">
            <a:avLst/>
          </a:prstGeom>
        </p:spPr>
      </p:pic>
      <p:grpSp>
        <p:nvGrpSpPr>
          <p:cNvPr id="11" name="Bottom Corner Cover Ups">
            <a:extLst>
              <a:ext uri="{FF2B5EF4-FFF2-40B4-BE49-F238E27FC236}">
                <a16:creationId xmlns:a16="http://schemas.microsoft.com/office/drawing/2014/main" id="{6B263B2D-D558-B84C-9022-34F07C2522D9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2" name="SU.Footer.Shape.White.Cover.R">
              <a:extLst>
                <a:ext uri="{FF2B5EF4-FFF2-40B4-BE49-F238E27FC236}">
                  <a16:creationId xmlns:a16="http://schemas.microsoft.com/office/drawing/2014/main" id="{A42B02D9-6BCD-3B46-A57F-212570E523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3" name="SU.Footer.Shape.White.Cover.L">
              <a:extLst>
                <a:ext uri="{FF2B5EF4-FFF2-40B4-BE49-F238E27FC236}">
                  <a16:creationId xmlns:a16="http://schemas.microsoft.com/office/drawing/2014/main" id="{7BE51404-5FBA-E747-9F0C-F3B96BD7237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79" y="1342422"/>
            <a:ext cx="4041984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2814333-1BF5-E849-A0FE-9AA7C7404101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03FDF139-728B-024E-9703-C432EBC41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29002AAF-104D-E541-A418-B45D06E37C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591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9055"/>
            <a:ext cx="3524695" cy="505917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Gold H Line">
            <a:extLst>
              <a:ext uri="{FF2B5EF4-FFF2-40B4-BE49-F238E27FC236}">
                <a16:creationId xmlns:a16="http://schemas.microsoft.com/office/drawing/2014/main" id="{BCBE8D15-217A-AD4B-B1B6-A4A4464A9778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3"/>
            <a:ext cx="5335586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9" name="Sub-heading 2">
            <a:extLst>
              <a:ext uri="{FF2B5EF4-FFF2-40B4-BE49-F238E27FC236}">
                <a16:creationId xmlns:a16="http://schemas.microsoft.com/office/drawing/2014/main" id="{EFD6BD00-14FA-0C44-936C-18A58C6AE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74650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4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5367782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1">
            <a:extLst>
              <a:ext uri="{FF2B5EF4-FFF2-40B4-BE49-F238E27FC236}">
                <a16:creationId xmlns:a16="http://schemas.microsoft.com/office/drawing/2014/main" id="{C672C517-E44C-5541-8903-0803B60C3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34094"/>
            <a:ext cx="5367782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Gold H Line">
            <a:extLst>
              <a:ext uri="{FF2B5EF4-FFF2-40B4-BE49-F238E27FC236}">
                <a16:creationId xmlns:a16="http://schemas.microsoft.com/office/drawing/2014/main" id="{FF14821C-DD56-5047-8DDF-2CED2D6B409A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3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5" name="Sub-heading 2">
            <a:extLst>
              <a:ext uri="{FF2B5EF4-FFF2-40B4-BE49-F238E27FC236}">
                <a16:creationId xmlns:a16="http://schemas.microsoft.com/office/drawing/2014/main" id="{EB65077B-EB16-BF45-A1FD-89A294FE27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9" y="138271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3696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94054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5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238EDFC1-EE9A-8048-86A1-2E5C9233E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93D46E69-FB5E-344A-A7B7-752C7C6ECCDD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C3DAB37C-2D70-5C41-B708-179C820942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73C9FD76-564E-0348-A31C-D0132A5B66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D1F2E50E-95E6-FC4E-962F-EC9D3C8E6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B3C7A21B-1B7F-7C48-A146-B42CAF24A16C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4E7E269D-C46B-D74D-ADD3-C0B4C411F7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643164C7-3D42-2F47-9B4F-124EA03007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46551"/>
            <a:ext cx="7342632" cy="50666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46551"/>
            <a:ext cx="3524695" cy="506667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9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hite Rectangle">
            <a:extLst>
              <a:ext uri="{FF2B5EF4-FFF2-40B4-BE49-F238E27FC236}">
                <a16:creationId xmlns:a16="http://schemas.microsoft.com/office/drawing/2014/main" id="{16180752-C10C-8440-9EE3-94FE745DE7CB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3DFF6234-ED27-674E-B499-43815E04B1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2720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2">
            <a:extLst>
              <a:ext uri="{FF2B5EF4-FFF2-40B4-BE49-F238E27FC236}">
                <a16:creationId xmlns:a16="http://schemas.microsoft.com/office/drawing/2014/main" id="{566B889E-5E19-884B-A6F6-A481CC7DE2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6537FBF-A738-EB4D-9E99-BDECCAA2C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1F49F80C-ACC3-A44A-8CC6-3C5EDE180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B3F930F9-C039-AF47-823C-5530804EC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EDA3B2F-BE8B-BF42-ABB3-E31B7ECCE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85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257E3393-912E-0B49-AEEE-D6B9ACB96FDA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D3B1D8D-243B-DA40-B75D-A969A88B2F8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3">
            <a:extLst>
              <a:ext uri="{FF2B5EF4-FFF2-40B4-BE49-F238E27FC236}">
                <a16:creationId xmlns:a16="http://schemas.microsoft.com/office/drawing/2014/main" id="{651902F8-552C-7C40-AA8D-2CE4C4E180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D70127F6-1B72-C84F-9735-3D0725E985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3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6" name="Content Placeholder  2">
            <a:extLst>
              <a:ext uri="{FF2B5EF4-FFF2-40B4-BE49-F238E27FC236}">
                <a16:creationId xmlns:a16="http://schemas.microsoft.com/office/drawing/2014/main" id="{26B27DB4-949B-464F-A1EF-C46A3C3631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7" name="Sub-heading 2">
            <a:extLst>
              <a:ext uri="{FF2B5EF4-FFF2-40B4-BE49-F238E27FC236}">
                <a16:creationId xmlns:a16="http://schemas.microsoft.com/office/drawing/2014/main" id="{26C885C7-ECC4-4F47-8909-3F2435E193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58332A8F-EAE9-F94C-83E3-1D8BA1D919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F2D4C76D-E14A-6D42-98D9-5AB41C4534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0" name="Sub-heading 1">
            <a:extLst>
              <a:ext uri="{FF2B5EF4-FFF2-40B4-BE49-F238E27FC236}">
                <a16:creationId xmlns:a16="http://schemas.microsoft.com/office/drawing/2014/main" id="{E5ACC0B6-8927-2744-B7D5-8F74BBD9F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92EB4B94-2979-2E4C-BC92-09558809B4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263489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Sand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2C99B27B-2E8D-C04F-BC82-C62BE78709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4865"/>
            <a:ext cx="6256339" cy="631312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60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07105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  <a:noFill/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225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attern">
            <a:extLst>
              <a:ext uri="{FF2B5EF4-FFF2-40B4-BE49-F238E27FC236}">
                <a16:creationId xmlns:a16="http://schemas.microsoft.com/office/drawing/2014/main" id="{4226EFA1-497F-5A4F-8521-91A0CFCC6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26" name="Bottom Corner Cover Ups">
            <a:extLst>
              <a:ext uri="{FF2B5EF4-FFF2-40B4-BE49-F238E27FC236}">
                <a16:creationId xmlns:a16="http://schemas.microsoft.com/office/drawing/2014/main" id="{12DF9248-7DA5-8141-89FC-ECD244595B6B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7" name="SU.Footer.Shape.White.Cover.R">
              <a:extLst>
                <a:ext uri="{FF2B5EF4-FFF2-40B4-BE49-F238E27FC236}">
                  <a16:creationId xmlns:a16="http://schemas.microsoft.com/office/drawing/2014/main" id="{44528E5A-08AB-2F40-85F7-9CF0230748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8" name="SU.Footer.Shape.White.Cover.L">
              <a:extLst>
                <a:ext uri="{FF2B5EF4-FFF2-40B4-BE49-F238E27FC236}">
                  <a16:creationId xmlns:a16="http://schemas.microsoft.com/office/drawing/2014/main" id="{D874E491-8EBD-0144-BAB4-4A1A86F2BCF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90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attern">
            <a:extLst>
              <a:ext uri="{FF2B5EF4-FFF2-40B4-BE49-F238E27FC236}">
                <a16:creationId xmlns:a16="http://schemas.microsoft.com/office/drawing/2014/main" id="{4A2374C0-3B03-8F48-9525-7E36392B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21" name="Bottom Corner Cover Ups">
            <a:extLst>
              <a:ext uri="{FF2B5EF4-FFF2-40B4-BE49-F238E27FC236}">
                <a16:creationId xmlns:a16="http://schemas.microsoft.com/office/drawing/2014/main" id="{27B58CE0-B94F-A74F-AF83-E7C43D62994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2" name="SU.Footer.Shape.White.Cover.R">
              <a:extLst>
                <a:ext uri="{FF2B5EF4-FFF2-40B4-BE49-F238E27FC236}">
                  <a16:creationId xmlns:a16="http://schemas.microsoft.com/office/drawing/2014/main" id="{96365ED4-3E98-AF49-A700-D172265237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3" name="SU.Footer.Shape.White.Cover.L">
              <a:extLst>
                <a:ext uri="{FF2B5EF4-FFF2-40B4-BE49-F238E27FC236}">
                  <a16:creationId xmlns:a16="http://schemas.microsoft.com/office/drawing/2014/main" id="{D3178EAC-4321-104D-9E00-9ED1994E17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8309"/>
            <a:ext cx="3524695" cy="507493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15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hite Rectangle">
            <a:extLst>
              <a:ext uri="{FF2B5EF4-FFF2-40B4-BE49-F238E27FC236}">
                <a16:creationId xmlns:a16="http://schemas.microsoft.com/office/drawing/2014/main" id="{D2611FE4-4CE8-7644-A6FD-ABFB5B5B8D60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5BA92924-BA89-854C-8409-64B301FD09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Sub-heading 2">
            <a:extLst>
              <a:ext uri="{FF2B5EF4-FFF2-40B4-BE49-F238E27FC236}">
                <a16:creationId xmlns:a16="http://schemas.microsoft.com/office/drawing/2014/main" id="{90BCFF40-F87E-ED46-9480-AC27B8F7C8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4773FA7-6E41-CA4A-B944-CFB56DE621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2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DE1645F-7F5E-DF4A-92A3-FB3C5E5CD28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D7D43BA8-224C-6246-ABDE-468543E9DE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A004F2E-DDA4-A340-97A9-41B223F5D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43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1A1C789A-0612-3644-A79B-9492F3528D52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63BC844-4DA9-DB4A-A3AA-E8A8209E09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5" name="Sub-heading 3">
            <a:extLst>
              <a:ext uri="{FF2B5EF4-FFF2-40B4-BE49-F238E27FC236}">
                <a16:creationId xmlns:a16="http://schemas.microsoft.com/office/drawing/2014/main" id="{D8F5F88C-07A7-2147-A0EA-3CBC0139E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9E07662-F181-D847-979F-68604D4006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7" name="Content Placeholder  2">
            <a:extLst>
              <a:ext uri="{FF2B5EF4-FFF2-40B4-BE49-F238E27FC236}">
                <a16:creationId xmlns:a16="http://schemas.microsoft.com/office/drawing/2014/main" id="{81BE3FB5-7628-A44F-8346-A0EAD26BDE0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8" name="Sub-heading 2">
            <a:extLst>
              <a:ext uri="{FF2B5EF4-FFF2-40B4-BE49-F238E27FC236}">
                <a16:creationId xmlns:a16="http://schemas.microsoft.com/office/drawing/2014/main" id="{733D04FF-BCA2-1642-A192-144D8BEEF2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FC4B0CEE-DA4A-3244-81A8-3C23508A14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0" name="Content Placeholder 1">
            <a:extLst>
              <a:ext uri="{FF2B5EF4-FFF2-40B4-BE49-F238E27FC236}">
                <a16:creationId xmlns:a16="http://schemas.microsoft.com/office/drawing/2014/main" id="{86AEBDB5-8697-1944-A7CB-0C142AFA5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1" name="Sub-heading 1">
            <a:extLst>
              <a:ext uri="{FF2B5EF4-FFF2-40B4-BE49-F238E27FC236}">
                <a16:creationId xmlns:a16="http://schemas.microsoft.com/office/drawing/2014/main" id="{609BD0E6-9034-2C40-A3D4-10BA44739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AE43938-8335-A749-BAE2-E305CF0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280602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Maroon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Maroon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85515"/>
          <a:stretch/>
        </p:blipFill>
        <p:spPr>
          <a:xfrm rot="10800000">
            <a:off x="225944" y="1341306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14321" r="48528" b="71220"/>
          <a:stretch/>
        </p:blipFill>
        <p:spPr>
          <a:xfrm rot="10800000">
            <a:off x="227250" y="-42185"/>
            <a:ext cx="4785278" cy="1376863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101463"/>
            <a:ext cx="6256338" cy="441925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76838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2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3213"/>
            <a:ext cx="8328565" cy="105288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174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attern">
            <a:extLst>
              <a:ext uri="{FF2B5EF4-FFF2-40B4-BE49-F238E27FC236}">
                <a16:creationId xmlns:a16="http://schemas.microsoft.com/office/drawing/2014/main" id="{C0EE66DB-533C-E64C-B3D1-64CA28007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3" name="Bottom Corner Cover Ups">
            <a:extLst>
              <a:ext uri="{FF2B5EF4-FFF2-40B4-BE49-F238E27FC236}">
                <a16:creationId xmlns:a16="http://schemas.microsoft.com/office/drawing/2014/main" id="{5005E7C9-6600-A544-AFA5-371577BEB73F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9" name="SU.Footer.Shape.White.Cover.R">
              <a:extLst>
                <a:ext uri="{FF2B5EF4-FFF2-40B4-BE49-F238E27FC236}">
                  <a16:creationId xmlns:a16="http://schemas.microsoft.com/office/drawing/2014/main" id="{1D0C4382-EBF0-994D-87EB-841AE6F0F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0" name="SU.Footer.Shape.White.Cover.L">
              <a:extLst>
                <a:ext uri="{FF2B5EF4-FFF2-40B4-BE49-F238E27FC236}">
                  <a16:creationId xmlns:a16="http://schemas.microsoft.com/office/drawing/2014/main" id="{A9785C11-D389-7D4F-9474-E4C97B9273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53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attern">
            <a:extLst>
              <a:ext uri="{FF2B5EF4-FFF2-40B4-BE49-F238E27FC236}">
                <a16:creationId xmlns:a16="http://schemas.microsoft.com/office/drawing/2014/main" id="{D5786CBE-E2DA-F242-8EF3-D86AFD7773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167"/>
          <a:stretch/>
        </p:blipFill>
        <p:spPr>
          <a:xfrm>
            <a:off x="1380" y="1342422"/>
            <a:ext cx="3784040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6742E16-A430-8D49-8E48-2E7C539F897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36D2AD46-C46A-354E-BEB5-538F821ABE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FCFD9C81-5F69-5644-80F4-B4957DB6B5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4" name="Content Placeholder ">
            <a:extLst>
              <a:ext uri="{FF2B5EF4-FFF2-40B4-BE49-F238E27FC236}">
                <a16:creationId xmlns:a16="http://schemas.microsoft.com/office/drawing/2014/main" id="{D0E9C235-E1AC-4547-A3F0-A9434CA86F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043364" y="1439056"/>
            <a:ext cx="7814339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3" name="Sub-heading">
            <a:extLst>
              <a:ext uri="{FF2B5EF4-FFF2-40B4-BE49-F238E27FC236}">
                <a16:creationId xmlns:a16="http://schemas.microsoft.com/office/drawing/2014/main" id="{4F600B9D-C6D1-B541-84C3-79F974E469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7745"/>
            <a:ext cx="3266751" cy="5075482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GB" sz="2800" b="0" i="0" kern="120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52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hite Rectangle">
            <a:extLst>
              <a:ext uri="{FF2B5EF4-FFF2-40B4-BE49-F238E27FC236}">
                <a16:creationId xmlns:a16="http://schemas.microsoft.com/office/drawing/2014/main" id="{E092BD89-6351-F14F-99A1-F9ED46FD8A3D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 2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2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EB87052C-3318-B443-ACEB-EB3464C7D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1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9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F91E8B35-3A4B-C141-A1D0-4589A2506ABF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BBB9A18E-F7B6-1241-9C63-76045CF562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4" name="Sub-heading 3">
            <a:extLst>
              <a:ext uri="{FF2B5EF4-FFF2-40B4-BE49-F238E27FC236}">
                <a16:creationId xmlns:a16="http://schemas.microsoft.com/office/drawing/2014/main" id="{73E54803-8D9E-3F45-B6AB-2245573210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5" name="Title 3">
            <a:extLst>
              <a:ext uri="{FF2B5EF4-FFF2-40B4-BE49-F238E27FC236}">
                <a16:creationId xmlns:a16="http://schemas.microsoft.com/office/drawing/2014/main" id="{16F8BEA3-5345-1748-AA80-5B585F793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29951"/>
            <a:ext cx="3600000" cy="105355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6" name="Content Placeholder  2">
            <a:extLst>
              <a:ext uri="{FF2B5EF4-FFF2-40B4-BE49-F238E27FC236}">
                <a16:creationId xmlns:a16="http://schemas.microsoft.com/office/drawing/2014/main" id="{88B2884D-0365-B541-8F3C-C51C6A73AE2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2"/>
            <a:ext cx="3599998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7" name="Sub-heading 2">
            <a:extLst>
              <a:ext uri="{FF2B5EF4-FFF2-40B4-BE49-F238E27FC236}">
                <a16:creationId xmlns:a16="http://schemas.microsoft.com/office/drawing/2014/main" id="{6D580DE4-7F66-D04D-B514-60DB43039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A6F7933B-A88D-C34B-BD54-79381E7FAA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2A0A52AC-CBA4-EA46-BD1B-323F4DB400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0" name="Sub-heading 1">
            <a:extLst>
              <a:ext uri="{FF2B5EF4-FFF2-40B4-BE49-F238E27FC236}">
                <a16:creationId xmlns:a16="http://schemas.microsoft.com/office/drawing/2014/main" id="{CA2CC1C2-E7EE-0648-820D-BC18F6B338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60F85EF3-BC19-7441-B388-C548745126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302284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Grey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Grey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85515"/>
          <a:stretch/>
        </p:blipFill>
        <p:spPr>
          <a:xfrm rot="10800000">
            <a:off x="225944" y="1334680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14321" r="48528" b="71220"/>
          <a:stretch/>
        </p:blipFill>
        <p:spPr>
          <a:xfrm rot="10800000">
            <a:off x="227250" y="-42183"/>
            <a:ext cx="4785278" cy="137686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6645"/>
            <a:ext cx="6256338" cy="4416581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117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0"/>
            <a:ext cx="12192000" cy="134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SU.Footer.Shape.White">
            <a:extLst>
              <a:ext uri="{FF2B5EF4-FFF2-40B4-BE49-F238E27FC236}">
                <a16:creationId xmlns:a16="http://schemas.microsoft.com/office/drawing/2014/main" id="{C2021710-E914-7244-8A47-3745EFB08A9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 b="18185"/>
          <a:stretch/>
        </p:blipFill>
        <p:spPr>
          <a:xfrm>
            <a:off x="0" y="5909001"/>
            <a:ext cx="12192000" cy="948999"/>
          </a:xfrm>
          <a:prstGeom prst="rect">
            <a:avLst/>
          </a:prstGeom>
        </p:spPr>
      </p:pic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Engineering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3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SU.Shape" hidden="1">
            <a:extLst>
              <a:ext uri="{FF2B5EF4-FFF2-40B4-BE49-F238E27FC236}">
                <a16:creationId xmlns:a16="http://schemas.microsoft.com/office/drawing/2014/main" id="{050DDAF9-8F3A-0B48-82E1-6040CBB5F5D1}"/>
              </a:ext>
            </a:extLst>
          </p:cNvPr>
          <p:cNvSpPr/>
          <p:nvPr userDrawn="1"/>
        </p:nvSpPr>
        <p:spPr>
          <a:xfrm>
            <a:off x="0" y="1339540"/>
            <a:ext cx="12192000" cy="5259988"/>
          </a:xfrm>
          <a:custGeom>
            <a:avLst/>
            <a:gdLst>
              <a:gd name="connsiteX0" fmla="*/ 76801 w 3455263"/>
              <a:gd name="connsiteY0" fmla="*/ 1812227 h 1812226"/>
              <a:gd name="connsiteX1" fmla="*/ 0 w 3455263"/>
              <a:gd name="connsiteY1" fmla="*/ 1735169 h 1812226"/>
              <a:gd name="connsiteX2" fmla="*/ 0 w 3455263"/>
              <a:gd name="connsiteY2" fmla="*/ 0 h 1812226"/>
              <a:gd name="connsiteX3" fmla="*/ 3455263 w 3455263"/>
              <a:gd name="connsiteY3" fmla="*/ 0 h 1812226"/>
              <a:gd name="connsiteX4" fmla="*/ 3455263 w 3455263"/>
              <a:gd name="connsiteY4" fmla="*/ 1581150 h 1812226"/>
              <a:gd name="connsiteX5" fmla="*/ 3224766 w 3455263"/>
              <a:gd name="connsiteY5" fmla="*/ 1811750 h 181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5263" h="1812226">
                <a:moveTo>
                  <a:pt x="76801" y="1812227"/>
                </a:moveTo>
                <a:cubicBezTo>
                  <a:pt x="76801" y="1812227"/>
                  <a:pt x="0" y="1812227"/>
                  <a:pt x="0" y="1735169"/>
                </a:cubicBezTo>
                <a:lnTo>
                  <a:pt x="0" y="0"/>
                </a:lnTo>
                <a:lnTo>
                  <a:pt x="3455263" y="0"/>
                </a:lnTo>
                <a:lnTo>
                  <a:pt x="3455263" y="1581150"/>
                </a:lnTo>
                <a:cubicBezTo>
                  <a:pt x="3455263" y="1581150"/>
                  <a:pt x="3455263" y="1811750"/>
                  <a:pt x="3224766" y="1811750"/>
                </a:cubicBezTo>
                <a:close/>
              </a:path>
            </a:pathLst>
          </a:cu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426437"/>
            <a:ext cx="11125197" cy="515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85324"/>
            <a:ext cx="8515636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8" name="SU Logo">
            <a:extLst>
              <a:ext uri="{FF2B5EF4-FFF2-40B4-BE49-F238E27FC236}">
                <a16:creationId xmlns:a16="http://schemas.microsoft.com/office/drawing/2014/main" id="{4BCB2B4B-739F-974A-8938-B9DE97032C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9138962" y="130470"/>
            <a:ext cx="3053038" cy="10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725" r:id="rId3"/>
    <p:sldLayoutId id="2147483712" r:id="rId4"/>
    <p:sldLayoutId id="2147483716" r:id="rId5"/>
    <p:sldLayoutId id="2147483741" r:id="rId6"/>
    <p:sldLayoutId id="2147483729" r:id="rId7"/>
    <p:sldLayoutId id="2147483749" r:id="rId8"/>
    <p:sldLayoutId id="2147483701" r:id="rId9"/>
    <p:sldLayoutId id="2147483713" r:id="rId10"/>
    <p:sldLayoutId id="2147483724" r:id="rId11"/>
    <p:sldLayoutId id="2147483743" r:id="rId12"/>
    <p:sldLayoutId id="2147483710" r:id="rId13"/>
    <p:sldLayoutId id="2147483750" r:id="rId14"/>
    <p:sldLayoutId id="2147483702" r:id="rId15"/>
    <p:sldLayoutId id="2147483714" r:id="rId16"/>
    <p:sldLayoutId id="2147483722" r:id="rId17"/>
    <p:sldLayoutId id="2147483744" r:id="rId18"/>
    <p:sldLayoutId id="2147483719" r:id="rId19"/>
    <p:sldLayoutId id="2147483751" r:id="rId20"/>
    <p:sldLayoutId id="2147483721" r:id="rId21"/>
    <p:sldLayoutId id="2147483709" r:id="rId22"/>
    <p:sldLayoutId id="2147483718" r:id="rId23"/>
    <p:sldLayoutId id="2147483745" r:id="rId24"/>
    <p:sldLayoutId id="2147483717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by ...">
            <a:extLst>
              <a:ext uri="{FF2B5EF4-FFF2-40B4-BE49-F238E27FC236}">
                <a16:creationId xmlns:a16="http://schemas.microsoft.com/office/drawing/2014/main" id="{1982AB7D-2BAE-EF40-81E9-5AD098526BD0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Title ">
            <a:extLst>
              <a:ext uri="{FF2B5EF4-FFF2-40B4-BE49-F238E27FC236}">
                <a16:creationId xmlns:a16="http://schemas.microsoft.com/office/drawing/2014/main" id="{78FFE392-5910-874B-8661-FD0BB93E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SUMO ROBOT </a:t>
            </a:r>
            <a:br>
              <a:rPr lang="en-GB" dirty="0"/>
            </a:br>
            <a:r>
              <a:rPr lang="en-GB" sz="1400" dirty="0"/>
              <a:t>CHANELLE BLANCHE</a:t>
            </a:r>
          </a:p>
        </p:txBody>
      </p:sp>
    </p:spTree>
    <p:extLst>
      <p:ext uri="{BB962C8B-B14F-4D97-AF65-F5344CB8AC3E}">
        <p14:creationId xmlns:p14="http://schemas.microsoft.com/office/powerpoint/2010/main" val="416234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B47B4-D976-A141-8171-824AB7337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8" y="2612087"/>
            <a:ext cx="5438095" cy="2629016"/>
          </a:xfrm>
        </p:spPr>
        <p:txBody>
          <a:bodyPr>
            <a:normAutofit lnSpcReduction="10000"/>
          </a:bodyPr>
          <a:lstStyle/>
          <a:p>
            <a:pPr lvl="0"/>
            <a:r>
              <a:rPr lang="en-ZA" dirty="0"/>
              <a:t>Detects and engages an opponent</a:t>
            </a:r>
          </a:p>
          <a:p>
            <a:pPr lvl="0"/>
            <a:r>
              <a:rPr lang="en-ZA" dirty="0"/>
              <a:t>Pushes the opponent outside the circular arena </a:t>
            </a:r>
          </a:p>
          <a:p>
            <a:pPr lvl="0"/>
            <a:r>
              <a:rPr lang="en-ZA" dirty="0"/>
              <a:t>Operates without human intervention once the match begins</a:t>
            </a:r>
          </a:p>
          <a:p>
            <a:r>
              <a:rPr lang="en-ZA" dirty="0"/>
              <a:t>Fully autonomous robot </a:t>
            </a:r>
          </a:p>
          <a:p>
            <a:pPr lvl="0"/>
            <a:endParaRPr lang="en-ZA" dirty="0"/>
          </a:p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7FDE66-C7C2-A546-B7DD-130F029106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ZA" b="1" dirty="0"/>
              <a:t>What is a Sumo Robot?</a:t>
            </a:r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B8A1B4-DD55-424F-B6DE-A458F7C1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pic>
        <p:nvPicPr>
          <p:cNvPr id="2" name="Picture 1" descr="Mini Sumo Robot Competition running with FRDM-KL25Z | MCU on Eclipse">
            <a:extLst>
              <a:ext uri="{FF2B5EF4-FFF2-40B4-BE49-F238E27FC236}">
                <a16:creationId xmlns:a16="http://schemas.microsoft.com/office/drawing/2014/main" id="{0EAD8C7D-F255-3D9B-A904-CB01CD2B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903" y="1959630"/>
            <a:ext cx="5438095" cy="3514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D98729-D9A2-559D-32F0-D4853396B70B}"/>
              </a:ext>
            </a:extLst>
          </p:cNvPr>
          <p:cNvSpPr txBox="1"/>
          <p:nvPr/>
        </p:nvSpPr>
        <p:spPr>
          <a:xfrm>
            <a:off x="6203043" y="5473916"/>
            <a:ext cx="5314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/>
              <a:t>(Erich </a:t>
            </a:r>
            <a:r>
              <a:rPr lang="en-ZA" sz="1400" dirty="0" err="1"/>
              <a:t>Styger</a:t>
            </a:r>
            <a:r>
              <a:rPr lang="en-ZA" sz="1400" dirty="0"/>
              <a:t>, 2013)</a:t>
            </a:r>
          </a:p>
        </p:txBody>
      </p:sp>
    </p:spTree>
    <p:extLst>
      <p:ext uri="{BB962C8B-B14F-4D97-AF65-F5344CB8AC3E}">
        <p14:creationId xmlns:p14="http://schemas.microsoft.com/office/powerpoint/2010/main" val="188652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FBBF00-A399-C74B-B054-97546261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Competition Rules &amp; Constraints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F3BDDB-7217-DC56-88DD-A879B444C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52752"/>
              </p:ext>
            </p:extLst>
          </p:nvPr>
        </p:nvGraphicFramePr>
        <p:xfrm>
          <a:off x="911536" y="2981542"/>
          <a:ext cx="5534660" cy="1828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330">
                  <a:extLst>
                    <a:ext uri="{9D8B030D-6E8A-4147-A177-3AD203B41FA5}">
                      <a16:colId xmlns:a16="http://schemas.microsoft.com/office/drawing/2014/main" val="2367409652"/>
                    </a:ext>
                  </a:extLst>
                </a:gridCol>
                <a:gridCol w="2767330">
                  <a:extLst>
                    <a:ext uri="{9D8B030D-6E8A-4147-A177-3AD203B41FA5}">
                      <a16:colId xmlns:a16="http://schemas.microsoft.com/office/drawing/2014/main" val="2570792198"/>
                    </a:ext>
                  </a:extLst>
                </a:gridCol>
              </a:tblGrid>
              <a:tr h="457146">
                <a:tc>
                  <a:txBody>
                    <a:bodyPr/>
                    <a:lstStyle/>
                    <a:p>
                      <a:r>
                        <a:rPr lang="en-ZA" dirty="0"/>
                        <a:t>Constraint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628538"/>
                  </a:ext>
                </a:extLst>
              </a:tr>
              <a:tr h="457146">
                <a:tc>
                  <a:txBody>
                    <a:bodyPr/>
                    <a:lstStyle/>
                    <a:p>
                      <a:r>
                        <a:rPr lang="en-ZA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100 mm x 100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55978"/>
                  </a:ext>
                </a:extLst>
              </a:tr>
              <a:tr h="457146">
                <a:tc>
                  <a:txBody>
                    <a:bodyPr/>
                    <a:lstStyle/>
                    <a:p>
                      <a:r>
                        <a:rPr lang="en-ZA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500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520954"/>
                  </a:ext>
                </a:extLst>
              </a:tr>
              <a:tr h="457146">
                <a:tc>
                  <a:txBody>
                    <a:bodyPr/>
                    <a:lstStyle/>
                    <a:p>
                      <a:r>
                        <a:rPr lang="en-ZA" dirty="0"/>
                        <a:t>Arena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770 mm diameter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17418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437521E-B152-FD87-E3E1-1B2CB55CB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084" y="2261754"/>
            <a:ext cx="3705225" cy="343852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F9DAD3C-7D23-A4D0-49AA-1E9457F71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402882"/>
            <a:ext cx="11122470" cy="644993"/>
          </a:xfrm>
        </p:spPr>
        <p:txBody>
          <a:bodyPr/>
          <a:lstStyle/>
          <a:p>
            <a:r>
              <a:rPr lang="en-ZA" b="1" dirty="0"/>
              <a:t>Mini Autonomous </a:t>
            </a:r>
            <a:r>
              <a:rPr lang="en-ZA" b="1" dirty="0" err="1"/>
              <a:t>Sumobot</a:t>
            </a:r>
            <a:r>
              <a:rPr lang="en-ZA" b="1" dirty="0"/>
              <a:t> Class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87612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8EC0CAD-885D-8A47-890B-0484A114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Strategy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7E0DD-1C52-8C4D-9322-3DE682B347EA}"/>
              </a:ext>
            </a:extLst>
          </p:cNvPr>
          <p:cNvSpPr txBox="1">
            <a:spLocks/>
          </p:cNvSpPr>
          <p:nvPr/>
        </p:nvSpPr>
        <p:spPr>
          <a:xfrm>
            <a:off x="5054767" y="2660771"/>
            <a:ext cx="7342632" cy="2125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Most </a:t>
            </a:r>
            <a:r>
              <a:rPr lang="en-GB" dirty="0" err="1"/>
              <a:t>Sumobot</a:t>
            </a:r>
            <a:r>
              <a:rPr lang="en-GB" dirty="0"/>
              <a:t> hobbyists utilize a DIP switch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Fully autonomous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Gather opponent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Focus on out-manoeuvring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3" name="Picture 2" descr="Master of Tactics' and Making Strategy Games More Strategic | GamingOnLinux">
            <a:extLst>
              <a:ext uri="{FF2B5EF4-FFF2-40B4-BE49-F238E27FC236}">
                <a16:creationId xmlns:a16="http://schemas.microsoft.com/office/drawing/2014/main" id="{83D2B0CD-75AA-5461-1CEC-FF98BB1EA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158" y="2515677"/>
            <a:ext cx="3112558" cy="2261792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C9AFDE0-F0F5-DF1E-3B71-3366BEC4FA87}"/>
              </a:ext>
            </a:extLst>
          </p:cNvPr>
          <p:cNvSpPr txBox="1">
            <a:spLocks/>
          </p:cNvSpPr>
          <p:nvPr/>
        </p:nvSpPr>
        <p:spPr>
          <a:xfrm>
            <a:off x="3945876" y="2627397"/>
            <a:ext cx="7342632" cy="101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3A896-D0CF-B225-EF6E-F60C78946D4C}"/>
              </a:ext>
            </a:extLst>
          </p:cNvPr>
          <p:cNvSpPr txBox="1"/>
          <p:nvPr/>
        </p:nvSpPr>
        <p:spPr>
          <a:xfrm>
            <a:off x="-713772" y="4881251"/>
            <a:ext cx="5314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/>
              <a:t>(</a:t>
            </a:r>
            <a:r>
              <a:rPr lang="en-ZA" sz="1400" dirty="0" err="1"/>
              <a:t>GamingOnLinux</a:t>
            </a:r>
            <a:r>
              <a:rPr lang="en-ZA" sz="1400" dirty="0"/>
              <a:t>, 2026)</a:t>
            </a:r>
          </a:p>
        </p:txBody>
      </p:sp>
    </p:spTree>
    <p:extLst>
      <p:ext uri="{BB962C8B-B14F-4D97-AF65-F5344CB8AC3E}">
        <p14:creationId xmlns:p14="http://schemas.microsoft.com/office/powerpoint/2010/main" val="1038429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FD234-A46B-5A04-7C78-7DD37450F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D91505-7042-D46C-D140-FB291BB70A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0CCEC9C-CC52-3BBC-1F7C-5ED366D2A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Electrical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01D1C33-3F6D-7E9A-0E87-D83E95AC5D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7172063"/>
              </p:ext>
            </p:extLst>
          </p:nvPr>
        </p:nvGraphicFramePr>
        <p:xfrm>
          <a:off x="647395" y="116732"/>
          <a:ext cx="10838704" cy="6741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505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3096-28BA-7FBB-CFD8-E66CF916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4F2928-2936-5776-0033-1F15B31B54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Opponent Detection Sensors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392E6F2-CD1D-93D7-C3FD-4F9163F3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Electrical</a:t>
            </a:r>
          </a:p>
        </p:txBody>
      </p:sp>
      <p:pic>
        <p:nvPicPr>
          <p:cNvPr id="2" name="Picture 1" descr="VL53L0X Time of Flight Sensor (2m Precision Distance Measurements ) –  Future Electronics Egypt">
            <a:extLst>
              <a:ext uri="{FF2B5EF4-FFF2-40B4-BE49-F238E27FC236}">
                <a16:creationId xmlns:a16="http://schemas.microsoft.com/office/drawing/2014/main" id="{305EF0FA-2F05-5EA1-9F3C-6008D80A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754" y="3958784"/>
            <a:ext cx="2415129" cy="241512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36DB0E-233F-AFF3-8299-2A6F5D455B22}"/>
              </a:ext>
            </a:extLst>
          </p:cNvPr>
          <p:cNvSpPr txBox="1">
            <a:spLocks/>
          </p:cNvSpPr>
          <p:nvPr/>
        </p:nvSpPr>
        <p:spPr>
          <a:xfrm>
            <a:off x="518669" y="2139209"/>
            <a:ext cx="4860728" cy="22382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VL53L0X ToF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Detect odd geometry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I2C Communication – save space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Effective range of 2m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Effective angle of 25°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Tested to determine placement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F2B8F-4DCB-F9DC-71A8-8A1B28E00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553" y="2024757"/>
            <a:ext cx="6728778" cy="41231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44BC69-39B4-66F5-2C4A-2C3CB252F544}"/>
              </a:ext>
            </a:extLst>
          </p:cNvPr>
          <p:cNvSpPr txBox="1"/>
          <p:nvPr/>
        </p:nvSpPr>
        <p:spPr>
          <a:xfrm>
            <a:off x="1661951" y="6043133"/>
            <a:ext cx="1886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/>
              <a:t>(</a:t>
            </a:r>
            <a:r>
              <a:rPr lang="en-ZA" sz="1400" dirty="0" err="1"/>
              <a:t>Microrobotics</a:t>
            </a:r>
            <a:r>
              <a:rPr lang="en-ZA" sz="1400" dirty="0"/>
              <a:t>, 2026)</a:t>
            </a:r>
          </a:p>
        </p:txBody>
      </p:sp>
    </p:spTree>
    <p:extLst>
      <p:ext uri="{BB962C8B-B14F-4D97-AF65-F5344CB8AC3E}">
        <p14:creationId xmlns:p14="http://schemas.microsoft.com/office/powerpoint/2010/main" val="2722847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280AE-6A5A-833B-B74B-AE297BA4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B47B55F-8138-DBC7-844B-CB696DD9EA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Dohyo Border Detection Sensors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934E67-D025-C883-4DFC-B72D15DB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Electrical</a:t>
            </a:r>
          </a:p>
        </p:txBody>
      </p:sp>
      <p:pic>
        <p:nvPicPr>
          <p:cNvPr id="3" name="Picture 2" descr="IR Sensor Digital Single Array Line Sensor | AM Electronics">
            <a:extLst>
              <a:ext uri="{FF2B5EF4-FFF2-40B4-BE49-F238E27FC236}">
                <a16:creationId xmlns:a16="http://schemas.microsoft.com/office/drawing/2014/main" id="{218BAA9A-C3CA-E4EB-21F0-A32F26784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98" y="2024757"/>
            <a:ext cx="3673408" cy="3673408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02664FB-95C7-74BF-E314-863F4089C95F}"/>
              </a:ext>
            </a:extLst>
          </p:cNvPr>
          <p:cNvSpPr txBox="1">
            <a:spLocks/>
          </p:cNvSpPr>
          <p:nvPr/>
        </p:nvSpPr>
        <p:spPr>
          <a:xfrm>
            <a:off x="5015392" y="3143513"/>
            <a:ext cx="6479053" cy="2049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IR Obstacle Detection Sensors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White vs Black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On-board potentiometer – Adjustable sensitivity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2D10C8-B69C-3DF4-4F1E-5C6EC0C4F6F8}"/>
              </a:ext>
            </a:extLst>
          </p:cNvPr>
          <p:cNvSpPr txBox="1"/>
          <p:nvPr/>
        </p:nvSpPr>
        <p:spPr>
          <a:xfrm>
            <a:off x="-733228" y="5039278"/>
            <a:ext cx="5314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/>
              <a:t>(</a:t>
            </a:r>
            <a:r>
              <a:rPr lang="en-ZA" sz="1400" dirty="0" err="1"/>
              <a:t>Microrobotics</a:t>
            </a:r>
            <a:r>
              <a:rPr lang="en-ZA" sz="1400" dirty="0"/>
              <a:t>, 2026)</a:t>
            </a:r>
          </a:p>
        </p:txBody>
      </p:sp>
    </p:spTree>
    <p:extLst>
      <p:ext uri="{BB962C8B-B14F-4D97-AF65-F5344CB8AC3E}">
        <p14:creationId xmlns:p14="http://schemas.microsoft.com/office/powerpoint/2010/main" val="3106791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8AFA8-E58C-1352-7ADB-11C27BBA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1C27D94-0A2B-A0AB-49F8-71319A79A4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Microcontroller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03418AD-31A1-7763-B087-8C65DB82A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Electrical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391C5EC-0E95-4CCB-36FA-E6558FC12E4D}"/>
              </a:ext>
            </a:extLst>
          </p:cNvPr>
          <p:cNvSpPr txBox="1">
            <a:spLocks/>
          </p:cNvSpPr>
          <p:nvPr/>
        </p:nvSpPr>
        <p:spPr>
          <a:xfrm>
            <a:off x="518668" y="2213810"/>
            <a:ext cx="6479053" cy="24303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STM32F411CEU6 Black Pill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I2C, SPI, ADC, DAC, USART, </a:t>
            </a:r>
            <a:r>
              <a:rPr lang="en-ZA" dirty="0"/>
              <a:t>11 timers, PWM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Had enough pins to support all peripherals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3.3V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Flash 512KB, SRAM 128KB, </a:t>
            </a:r>
            <a:r>
              <a:rPr lang="en-ZA" dirty="0"/>
              <a:t>100 MHz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Fairly inexpensive</a:t>
            </a:r>
          </a:p>
          <a:p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C15CA-2FDE-1331-39DE-062E9D9AF082}"/>
              </a:ext>
            </a:extLst>
          </p:cNvPr>
          <p:cNvGrpSpPr/>
          <p:nvPr/>
        </p:nvGrpSpPr>
        <p:grpSpPr>
          <a:xfrm>
            <a:off x="1121784" y="4644190"/>
            <a:ext cx="3060011" cy="1510909"/>
            <a:chOff x="354398" y="2227962"/>
            <a:chExt cx="3060011" cy="151090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F3185CA-D3B7-2FE3-6EA1-496AAA1AB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8007" b="27640"/>
            <a:stretch>
              <a:fillRect/>
            </a:stretch>
          </p:blipFill>
          <p:spPr>
            <a:xfrm>
              <a:off x="354398" y="2227962"/>
              <a:ext cx="3060011" cy="13570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496753-5BFD-3AD5-017A-C2AF9B23265D}"/>
                </a:ext>
              </a:extLst>
            </p:cNvPr>
            <p:cNvSpPr txBox="1"/>
            <p:nvPr/>
          </p:nvSpPr>
          <p:spPr>
            <a:xfrm>
              <a:off x="1643974" y="3431094"/>
              <a:ext cx="17704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ZA" sz="1400" dirty="0"/>
                <a:t>(</a:t>
              </a:r>
              <a:r>
                <a:rPr lang="en-ZA" sz="1400" dirty="0" err="1"/>
                <a:t>Microrobotics</a:t>
              </a:r>
              <a:r>
                <a:rPr lang="en-ZA" sz="1400" dirty="0"/>
                <a:t>, 2026)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C3717CF-9870-2271-A3F9-6DF995A3B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47" y="1937208"/>
            <a:ext cx="5514366" cy="34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20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9B27-76D2-5372-3C50-2ADFF2E0E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5051F2-89D5-DB0A-CE2C-11CE9084E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Power supply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B888CBD-0028-6BDB-A92F-61746014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Electrical</a:t>
            </a:r>
          </a:p>
        </p:txBody>
      </p:sp>
      <p:pic>
        <p:nvPicPr>
          <p:cNvPr id="2" name="Picture 1" descr="GooSky S2 RTF Micro Electric Helicopter Combo (Pink) [GSK-BAF000018] -  AMain Hobbies">
            <a:extLst>
              <a:ext uri="{FF2B5EF4-FFF2-40B4-BE49-F238E27FC236}">
                <a16:creationId xmlns:a16="http://schemas.microsoft.com/office/drawing/2014/main" id="{BF822BB4-93D5-7D44-9AA1-39A4BCADF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794" y="2625820"/>
            <a:ext cx="3744238" cy="2995391"/>
          </a:xfrm>
          <a:prstGeom prst="rect">
            <a:avLst/>
          </a:prstGeom>
        </p:spPr>
      </p:pic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56CF37D-CB94-A33B-2F51-ED35AB437B58}"/>
              </a:ext>
            </a:extLst>
          </p:cNvPr>
          <p:cNvSpPr txBox="1">
            <a:spLocks/>
          </p:cNvSpPr>
          <p:nvPr/>
        </p:nvSpPr>
        <p:spPr>
          <a:xfrm>
            <a:off x="5430846" y="2908326"/>
            <a:ext cx="4598372" cy="2430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3S 11.1V LiPo Battery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45C, 750mAh, 8.125Wh 33A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68g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C1F10-FDC1-E269-FC0F-A46E27816FC1}"/>
              </a:ext>
            </a:extLst>
          </p:cNvPr>
          <p:cNvSpPr txBox="1"/>
          <p:nvPr/>
        </p:nvSpPr>
        <p:spPr>
          <a:xfrm>
            <a:off x="115891" y="5454686"/>
            <a:ext cx="5314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/>
              <a:t>(Goblin Hobbies, 2026)</a:t>
            </a:r>
          </a:p>
        </p:txBody>
      </p:sp>
    </p:spTree>
    <p:extLst>
      <p:ext uri="{BB962C8B-B14F-4D97-AF65-F5344CB8AC3E}">
        <p14:creationId xmlns:p14="http://schemas.microsoft.com/office/powerpoint/2010/main" val="393540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782F-8F25-0BF3-CBDB-55EA51EA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2B15B0-F1A8-3751-99BB-02F96B1A47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71DA8A5-1E96-A895-2BE3-9D146024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Mechanical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639E1A7-03C4-95B0-A607-4692EDB5B2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0336224"/>
              </p:ext>
            </p:extLst>
          </p:nvPr>
        </p:nvGraphicFramePr>
        <p:xfrm>
          <a:off x="2166774" y="1799457"/>
          <a:ext cx="7799946" cy="349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315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304C-9FBE-C9BE-E3FD-E80D2B0A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E63DA4-19B4-BF7C-6832-24BCBF256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Drive-train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8E0548D-5121-86EC-5FAC-C9E0818B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Mechanical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BF860-5B01-0746-85E9-4FB69AC12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076" y="3860317"/>
            <a:ext cx="3881750" cy="2676670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84CF751-E63A-BB57-BCA5-3307A96B7714}"/>
              </a:ext>
            </a:extLst>
          </p:cNvPr>
          <p:cNvSpPr txBox="1">
            <a:spLocks/>
          </p:cNvSpPr>
          <p:nvPr/>
        </p:nvSpPr>
        <p:spPr>
          <a:xfrm>
            <a:off x="3377658" y="1878841"/>
            <a:ext cx="6057521" cy="31114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Differential drive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Approximately 0 cm turning radius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12V N20 500rpm motors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30 mm wheels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Motor driver TB67H420FTG carrier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Steering is achieved by varying the wheel speeds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899E6E-18A8-366E-8EAC-8CDA91E31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54" t="47760" r="22216" b="4202"/>
          <a:stretch>
            <a:fillRect/>
          </a:stretch>
        </p:blipFill>
        <p:spPr>
          <a:xfrm>
            <a:off x="411171" y="1988974"/>
            <a:ext cx="2589741" cy="250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92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1AC7-B490-F8D4-AAEA-251B1B88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30843F7-E6DE-F885-26FC-64B2A8612B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Wheels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A20A66-F7E8-AA65-9966-E39F001AB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Mechanical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7C8E97-8C62-C7C9-C668-75C1A66E9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69" y="2219345"/>
            <a:ext cx="3715966" cy="3715966"/>
          </a:xfrm>
          <a:prstGeom prst="rect">
            <a:avLst/>
          </a:prstGeom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B5E585EB-E23A-F0DB-3236-44E891E29E47}"/>
              </a:ext>
            </a:extLst>
          </p:cNvPr>
          <p:cNvSpPr txBox="1">
            <a:spLocks/>
          </p:cNvSpPr>
          <p:nvPr/>
        </p:nvSpPr>
        <p:spPr>
          <a:xfrm>
            <a:off x="4477826" y="3017732"/>
            <a:ext cx="6149908" cy="25861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Custom-cast polyurethane (</a:t>
            </a:r>
            <a:r>
              <a:rPr lang="en-US" dirty="0" err="1"/>
              <a:t>VytaFlex</a:t>
            </a:r>
            <a:r>
              <a:rPr lang="en-US" dirty="0"/>
              <a:t> 45) wheels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 coefficient of friction for increased traction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Shore 45A hardness balances grip and durability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Cast directly onto 3D-printed hubs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765C6E-6619-6A36-16F1-6D056CEA4AEE}"/>
              </a:ext>
            </a:extLst>
          </p:cNvPr>
          <p:cNvSpPr txBox="1"/>
          <p:nvPr/>
        </p:nvSpPr>
        <p:spPr>
          <a:xfrm>
            <a:off x="-985697" y="5976010"/>
            <a:ext cx="5314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/>
              <a:t>(AMT Composites, 2026)</a:t>
            </a:r>
          </a:p>
        </p:txBody>
      </p:sp>
    </p:spTree>
    <p:extLst>
      <p:ext uri="{BB962C8B-B14F-4D97-AF65-F5344CB8AC3E}">
        <p14:creationId xmlns:p14="http://schemas.microsoft.com/office/powerpoint/2010/main" val="219091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85D76-5C36-BB10-D491-6A1DA6EAF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13ACC6-64CB-748A-F938-7FB761B1A4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Main body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C1D90D5-81EB-74E9-9BA5-8DA5F2FF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Mechanical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035BE0-EB93-3B11-0CBC-34C101CBA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796" y="1812047"/>
            <a:ext cx="5068536" cy="4293868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2F81B61-C850-F10D-C63A-262F0C5697D6}"/>
              </a:ext>
            </a:extLst>
          </p:cNvPr>
          <p:cNvSpPr txBox="1">
            <a:spLocks/>
          </p:cNvSpPr>
          <p:nvPr/>
        </p:nvSpPr>
        <p:spPr>
          <a:xfrm>
            <a:off x="518668" y="2519400"/>
            <a:ext cx="6517671" cy="31685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3D printed using PETG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Higher impact resistance than PLA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Better heat resistance near motors and electronics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Good balance between strength, weight and ease of printing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Curved wedge provides progressive lifting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Improves engagement with varying opponent heights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Reduces impact loading during collisions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4143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9AD2-4079-C504-2808-F521897F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566F08-DC34-1561-15C7-E73951EECF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11096158" cy="644993"/>
          </a:xfrm>
        </p:spPr>
        <p:txBody>
          <a:bodyPr/>
          <a:lstStyle/>
          <a:p>
            <a:r>
              <a:rPr lang="en-GB" dirty="0"/>
              <a:t>MPU6050 Feedback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1085D10-B005-AE52-7848-E4429D4A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System</a:t>
            </a:r>
          </a:p>
        </p:txBody>
      </p:sp>
      <p:pic>
        <p:nvPicPr>
          <p:cNvPr id="2" name="Picture 1" descr="Arduino Guide for MPU-6050 Accelerometer and Gyroscope | Random Nerd  Tutorials">
            <a:extLst>
              <a:ext uri="{FF2B5EF4-FFF2-40B4-BE49-F238E27FC236}">
                <a16:creationId xmlns:a16="http://schemas.microsoft.com/office/drawing/2014/main" id="{A46798E6-0FF7-5884-B04E-96F905652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587" y="2575744"/>
            <a:ext cx="3306846" cy="29968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24AE77-A95B-753E-8996-EC93154B3425}"/>
              </a:ext>
            </a:extLst>
          </p:cNvPr>
          <p:cNvSpPr txBox="1"/>
          <p:nvPr/>
        </p:nvSpPr>
        <p:spPr>
          <a:xfrm>
            <a:off x="-1763909" y="5418684"/>
            <a:ext cx="5314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/>
              <a:t>(Sara Santos , 2021)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8B984-F6A1-3371-434C-EDC15BD8FBA7}"/>
              </a:ext>
            </a:extLst>
          </p:cNvPr>
          <p:cNvSpPr txBox="1">
            <a:spLocks/>
          </p:cNvSpPr>
          <p:nvPr/>
        </p:nvSpPr>
        <p:spPr>
          <a:xfrm>
            <a:off x="5627433" y="2615046"/>
            <a:ext cx="6149908" cy="2586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Gyroscope and accelerometer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Used in drones and balancing bots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Yaw, X- and Y-acceleration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PID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Impact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2503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D09B-8DBF-37E0-71CC-7FAC24969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397A41D-8904-4442-3853-A4A38BAD0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Risks and Risk Mitigation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3F3CDB-1E84-62D5-946A-1BFC8B127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373776"/>
              </p:ext>
            </p:extLst>
          </p:nvPr>
        </p:nvGraphicFramePr>
        <p:xfrm>
          <a:off x="1519136" y="1760706"/>
          <a:ext cx="9153728" cy="3621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6864">
                  <a:extLst>
                    <a:ext uri="{9D8B030D-6E8A-4147-A177-3AD203B41FA5}">
                      <a16:colId xmlns:a16="http://schemas.microsoft.com/office/drawing/2014/main" val="1016236931"/>
                    </a:ext>
                  </a:extLst>
                </a:gridCol>
                <a:gridCol w="4576864">
                  <a:extLst>
                    <a:ext uri="{9D8B030D-6E8A-4147-A177-3AD203B41FA5}">
                      <a16:colId xmlns:a16="http://schemas.microsoft.com/office/drawing/2014/main" val="1784614205"/>
                    </a:ext>
                  </a:extLst>
                </a:gridCol>
              </a:tblGrid>
              <a:tr h="487462">
                <a:tc>
                  <a:txBody>
                    <a:bodyPr/>
                    <a:lstStyle/>
                    <a:p>
                      <a:r>
                        <a:rPr lang="en-ZA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0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Motor 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Back-off, </a:t>
                      </a:r>
                      <a:r>
                        <a:rPr lang="en-ZA" dirty="0" err="1"/>
                        <a:t>nFAULT</a:t>
                      </a:r>
                      <a:r>
                        <a:rPr lang="en-ZA" dirty="0"/>
                        <a:t> pin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18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Electrical failure or incorrect readings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Extensive testing, Calibration, Compare readings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15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Voltage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Buck converter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77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Current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Fuses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401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LiPo battery damage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Consistently monitor voltage levels and charge/ handle safely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064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Component availability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Back-ups/ alternatives 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19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Overall system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Modular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5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222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BF81A4-F22A-1D48-9246-1DA169B9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 Date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989EE25-DC36-5D6C-1568-5F4BA268FF63}"/>
              </a:ext>
            </a:extLst>
          </p:cNvPr>
          <p:cNvGrpSpPr/>
          <p:nvPr/>
        </p:nvGrpSpPr>
        <p:grpSpPr>
          <a:xfrm>
            <a:off x="312468" y="1915244"/>
            <a:ext cx="11567063" cy="3895536"/>
            <a:chOff x="1342417" y="2344366"/>
            <a:chExt cx="9523379" cy="291829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8DDF05-52EC-A62B-751F-BBC39B26636E}"/>
                </a:ext>
              </a:extLst>
            </p:cNvPr>
            <p:cNvSpPr/>
            <p:nvPr/>
          </p:nvSpPr>
          <p:spPr>
            <a:xfrm>
              <a:off x="1342417" y="2344366"/>
              <a:ext cx="9523379" cy="29182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7B534E0-9496-B746-E156-6EB707825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6856" y="2436677"/>
              <a:ext cx="9334500" cy="2733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4067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2048-E897-B44E-C632-512CF9A9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C2DE0B-E282-7D80-CA1B-460D5558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Budget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8C81224-0503-E131-90F1-5C49F88B4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2" y="1389839"/>
            <a:ext cx="83343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51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B4193E-7CDD-2346-BF41-48CF3124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Planned Work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8EF387B-FC68-663F-8B7F-08E2810F77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8491745"/>
              </p:ext>
            </p:extLst>
          </p:nvPr>
        </p:nvGraphicFramePr>
        <p:xfrm>
          <a:off x="700391" y="719666"/>
          <a:ext cx="1097294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4446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oto by ...">
            <a:extLst>
              <a:ext uri="{FF2B5EF4-FFF2-40B4-BE49-F238E27FC236}">
                <a16:creationId xmlns:a16="http://schemas.microsoft.com/office/drawing/2014/main" id="{B771A239-7A8C-2444-AA6D-1DEFD6A71A75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Round Single Corner of Rectangle ">
            <a:extLst>
              <a:ext uri="{FF2B5EF4-FFF2-40B4-BE49-F238E27FC236}">
                <a16:creationId xmlns:a16="http://schemas.microsoft.com/office/drawing/2014/main" id="{A2A7F4FA-0D31-47C4-81F2-46112F27E962}"/>
              </a:ext>
            </a:extLst>
          </p:cNvPr>
          <p:cNvSpPr/>
          <p:nvPr/>
        </p:nvSpPr>
        <p:spPr>
          <a:xfrm rot="5400000">
            <a:off x="842973" y="1069579"/>
            <a:ext cx="1942572" cy="3101468"/>
          </a:xfrm>
          <a:prstGeom prst="round1Rect">
            <a:avLst/>
          </a:prstGeom>
          <a:solidFill>
            <a:srgbClr val="4D535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92594D96-EC07-4657-9D68-83735F808368}"/>
              </a:ext>
            </a:extLst>
          </p:cNvPr>
          <p:cNvSpPr txBox="1"/>
          <p:nvPr/>
        </p:nvSpPr>
        <p:spPr>
          <a:xfrm>
            <a:off x="534088" y="1870249"/>
            <a:ext cx="2708645" cy="163121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b="1" dirty="0">
                <a:solidFill>
                  <a:schemeClr val="bg1"/>
                </a:solidFill>
                <a:latin typeface="Trebuchet MS" panose="020B0703020202090204" pitchFamily="34" charset="0"/>
              </a:rPr>
              <a:t>Thank you</a:t>
            </a: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Enkosi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Dankie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44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C454B0-42A8-F84A-AD78-7F713B15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VL53L0X Testing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59836-CBDA-7D49-F2E5-148521ADB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667" y="1572922"/>
            <a:ext cx="3557486" cy="4743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E32733-88AD-8FE3-653D-8246282FA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68" y="1572923"/>
            <a:ext cx="3557486" cy="4743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3B1EC7-B588-8C67-BE22-7B2926E513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5825"/>
          <a:stretch>
            <a:fillRect/>
          </a:stretch>
        </p:blipFill>
        <p:spPr>
          <a:xfrm>
            <a:off x="8310667" y="1572923"/>
            <a:ext cx="3459801" cy="475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16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46A0-EFEF-6584-7A22-AEFBA431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B82F082-BB5F-42F9-11BE-39895166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VL53L0X Simulation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D655A-154A-C013-7538-376DBFAFB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70" y="1841589"/>
            <a:ext cx="1920187" cy="1839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AA084D-3FE8-C998-E211-DCBCF2100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570" y="1870500"/>
            <a:ext cx="1929612" cy="1839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CA108F-E436-A822-BA0D-371D2DDF3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295" y="1870500"/>
            <a:ext cx="1920187" cy="18919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8F8B57-F32A-830D-F418-914EA7B8A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270" y="3983943"/>
            <a:ext cx="1920187" cy="18582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8CF11A-C180-2E05-811A-2F7ED3383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3634" y="3983943"/>
            <a:ext cx="1929612" cy="19160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7862AF-154D-78F1-C1AA-3BF068B26A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4295" y="4010384"/>
            <a:ext cx="1920187" cy="200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54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5070-F841-AEA5-B452-9E9425A7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7D32CF7-F8C6-F78F-F0BB-8257848F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92" y="2617367"/>
            <a:ext cx="2195349" cy="2207549"/>
          </a:xfrm>
        </p:spPr>
        <p:txBody>
          <a:bodyPr>
            <a:normAutofit/>
          </a:bodyPr>
          <a:lstStyle/>
          <a:p>
            <a:r>
              <a:rPr lang="en-GB" dirty="0"/>
              <a:t>Full Schematic</a:t>
            </a:r>
            <a:br>
              <a:rPr lang="en-GB" dirty="0"/>
            </a:br>
            <a:r>
              <a:rPr lang="en-GB" dirty="0"/>
              <a:t>Plan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38C41A-4230-4BD1-C7B6-823AB57E7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657" y="234094"/>
            <a:ext cx="9202366" cy="631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04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020E8-5CC2-78FE-5832-584A5FC1A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EB7409-FA9E-EA3A-C0DF-4238ACC70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Buck Regulator</a:t>
            </a:r>
            <a:endParaRPr lang="en-Z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DC6088-739E-0028-B6D0-92B331CF6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699157" y="2765252"/>
            <a:ext cx="3357604" cy="18079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D76172-2594-D872-1CD1-D134DBA13491}"/>
              </a:ext>
            </a:extLst>
          </p:cNvPr>
          <p:cNvSpPr txBox="1"/>
          <p:nvPr/>
        </p:nvSpPr>
        <p:spPr>
          <a:xfrm>
            <a:off x="5056761" y="2520341"/>
            <a:ext cx="44860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</a:rPr>
              <a:t>LM2596 Mini Buck Regulator 2A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75000"/>
                  </a:schemeClr>
                </a:solidFill>
              </a:rPr>
              <a:t>VIN 5-18V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75000"/>
                  </a:schemeClr>
                </a:solidFill>
              </a:rPr>
              <a:t>VOUT 1-17V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tx1">
                    <a:lumMod val="75000"/>
                  </a:schemeClr>
                </a:solidFill>
              </a:rPr>
              <a:t>Switching frequency 340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tx1">
                    <a:lumMod val="75000"/>
                  </a:schemeClr>
                </a:solidFill>
              </a:rPr>
              <a:t>Conversion Efficiency 93%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tx1">
                    <a:lumMod val="75000"/>
                  </a:schemeClr>
                </a:solidFill>
              </a:rPr>
              <a:t>Maximum difference of 15V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81B4B1-33B3-B0AD-0E07-CEA938D13105}"/>
              </a:ext>
            </a:extLst>
          </p:cNvPr>
          <p:cNvSpPr txBox="1"/>
          <p:nvPr/>
        </p:nvSpPr>
        <p:spPr>
          <a:xfrm>
            <a:off x="2492741" y="4377763"/>
            <a:ext cx="177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/>
              <a:t>(</a:t>
            </a:r>
            <a:r>
              <a:rPr lang="en-ZA" sz="1400" dirty="0" err="1"/>
              <a:t>Microrobotics</a:t>
            </a:r>
            <a:r>
              <a:rPr lang="en-ZA" sz="1400" dirty="0"/>
              <a:t>, 2026)</a:t>
            </a:r>
          </a:p>
        </p:txBody>
      </p:sp>
    </p:spTree>
    <p:extLst>
      <p:ext uri="{BB962C8B-B14F-4D97-AF65-F5344CB8AC3E}">
        <p14:creationId xmlns:p14="http://schemas.microsoft.com/office/powerpoint/2010/main" val="2603943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0AED3E-873D-B743-AD87-17CB6C94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Simulation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E4CF4-0E8B-5C01-5F13-B33F3F2041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2"/>
          <a:stretch>
            <a:fillRect/>
          </a:stretch>
        </p:blipFill>
        <p:spPr>
          <a:xfrm>
            <a:off x="2069906" y="2266544"/>
            <a:ext cx="3296110" cy="3065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5B0DB1-9F39-CEEE-4C13-9A5C45078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385" y="4213379"/>
            <a:ext cx="2800741" cy="1886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CD6ADA-1D87-400E-8758-B3C154BAD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772" y="1627560"/>
            <a:ext cx="3517968" cy="235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22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6D81414-ACA3-434B-9A0F-06D2991889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666" y="229952"/>
            <a:ext cx="5577333" cy="1060426"/>
          </a:xfrm>
        </p:spPr>
        <p:txBody>
          <a:bodyPr>
            <a:normAutofit/>
          </a:bodyPr>
          <a:lstStyle/>
          <a:p>
            <a:r>
              <a:rPr lang="en-GB" dirty="0"/>
              <a:t>Torque and Motors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654C44-2ABB-3604-6506-6F512F746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81" y="2010193"/>
            <a:ext cx="6147542" cy="357348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7506FED-CEE0-7665-9400-5533F3FD1C2B}"/>
              </a:ext>
            </a:extLst>
          </p:cNvPr>
          <p:cNvSpPr/>
          <p:nvPr/>
        </p:nvSpPr>
        <p:spPr>
          <a:xfrm>
            <a:off x="1121781" y="5034079"/>
            <a:ext cx="1494960" cy="65172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2E4B6-856E-418A-88C3-62D0242E8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198" y="2010193"/>
            <a:ext cx="3115110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4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C6D65BAC40A45BAB92F14DB5F4FAF" ma:contentTypeVersion="13" ma:contentTypeDescription="Create a new document." ma:contentTypeScope="" ma:versionID="4bebfb9a38d2a52932940e3bd172a61b">
  <xsd:schema xmlns:xsd="http://www.w3.org/2001/XMLSchema" xmlns:xs="http://www.w3.org/2001/XMLSchema" xmlns:p="http://schemas.microsoft.com/office/2006/metadata/properties" xmlns:ns2="88a3d677-9216-46c3-8201-ee58da5def3b" xmlns:ns3="dffefaba-9bcc-430d-9abe-09565c10f6ee" targetNamespace="http://schemas.microsoft.com/office/2006/metadata/properties" ma:root="true" ma:fieldsID="c2094452f851fe343f0223b9fe04b330" ns2:_="" ns3:_="">
    <xsd:import namespace="88a3d677-9216-46c3-8201-ee58da5def3b"/>
    <xsd:import namespace="dffefaba-9bcc-430d-9abe-09565c10f6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3d677-9216-46c3-8201-ee58da5def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efaba-9bcc-430d-9abe-09565c10f6e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06BB9A-01F9-409F-96E5-4526919791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5B3F05-4C73-4E81-8633-DC6293C95FE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7D16B6E-A21E-407C-BDDF-C737BEB85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a3d677-9216-46c3-8201-ee58da5def3b"/>
    <ds:schemaRef ds:uri="dffefaba-9bcc-430d-9abe-09565c10f6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39210</TotalTime>
  <Words>513</Words>
  <Application>Microsoft Office PowerPoint</Application>
  <PresentationFormat>Widescreen</PresentationFormat>
  <Paragraphs>159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Raleway</vt:lpstr>
      <vt:lpstr>Trebuchet MS</vt:lpstr>
      <vt:lpstr>Office Theme</vt:lpstr>
      <vt:lpstr>SUMO ROBOT  CHANELLE BLANCHE</vt:lpstr>
      <vt:lpstr>Introduction</vt:lpstr>
      <vt:lpstr>Competition Rules &amp; Constraints</vt:lpstr>
      <vt:lpstr>Main Strategy</vt:lpstr>
      <vt:lpstr>Electrical</vt:lpstr>
      <vt:lpstr>Electrical</vt:lpstr>
      <vt:lpstr>Electrical</vt:lpstr>
      <vt:lpstr>Electrical</vt:lpstr>
      <vt:lpstr>Electrical</vt:lpstr>
      <vt:lpstr>Mechanical</vt:lpstr>
      <vt:lpstr>Mechanical</vt:lpstr>
      <vt:lpstr>Mechanical</vt:lpstr>
      <vt:lpstr>Mechanical</vt:lpstr>
      <vt:lpstr>Control System</vt:lpstr>
      <vt:lpstr>Risks and Risk Mitigation</vt:lpstr>
      <vt:lpstr>Progress to Date</vt:lpstr>
      <vt:lpstr>Budget</vt:lpstr>
      <vt:lpstr>Planned Work</vt:lpstr>
      <vt:lpstr>PowerPoint Presentation</vt:lpstr>
      <vt:lpstr>VL53L0X Testing</vt:lpstr>
      <vt:lpstr>VL53L0X Simulation</vt:lpstr>
      <vt:lpstr>Full Schematic Plan</vt:lpstr>
      <vt:lpstr>Buck Regulator</vt:lpstr>
      <vt:lpstr>Main Simulation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Blanchè, C, Miss [25929291@sun.ac.za]</cp:lastModifiedBy>
  <cp:revision>692</cp:revision>
  <dcterms:created xsi:type="dcterms:W3CDTF">2021-09-15T08:20:16Z</dcterms:created>
  <dcterms:modified xsi:type="dcterms:W3CDTF">2026-08-07T09:59:18Z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</Properties>
</file>